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2"/>
  </p:notesMasterIdLst>
  <p:sldIdLst>
    <p:sldId id="256" r:id="rId2"/>
    <p:sldId id="261" r:id="rId3"/>
    <p:sldId id="262" r:id="rId4"/>
    <p:sldId id="263" r:id="rId5"/>
    <p:sldId id="265" r:id="rId6"/>
    <p:sldId id="267" r:id="rId7"/>
    <p:sldId id="268" r:id="rId8"/>
    <p:sldId id="272" r:id="rId9"/>
    <p:sldId id="276" r:id="rId10"/>
    <p:sldId id="269" r:id="rId11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3"/>
    </p:embeddedFon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Lato Black" panose="020F0502020204030203" pitchFamily="34" charset="0"/>
      <p:bold r:id="rId18"/>
      <p:boldItalic r:id="rId19"/>
    </p:embeddedFont>
    <p:embeddedFont>
      <p:font typeface="Nunito Light" pitchFamily="2" charset="0"/>
      <p:regular r:id="rId20"/>
      <p:italic r:id="rId21"/>
    </p:embeddedFont>
    <p:embeddedFont>
      <p:font typeface="Poppins Medium" panose="00000600000000000000" pitchFamily="2" charset="0"/>
      <p:regular r:id="rId22"/>
      <p:bold r:id="rId23"/>
      <p:italic r:id="rId24"/>
      <p:boldItalic r:id="rId25"/>
    </p:embeddedFont>
    <p:embeddedFont>
      <p:font typeface="PT Sans" panose="020B050302020302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2C4D0BB-56B2-4832-B2E3-F33A710C699A}">
  <a:tblStyle styleId="{12C4D0BB-56B2-4832-B2E3-F33A710C69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E3C8DD6-9370-4F4E-A927-F97ECBA8560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9" d="100"/>
          <a:sy n="69" d="100"/>
        </p:scale>
        <p:origin x="12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54dda1946d_6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54dda1946d_6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852675"/>
            <a:ext cx="4041600" cy="261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833624"/>
            <a:ext cx="40416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3860114" y="2783189"/>
            <a:ext cx="9143992" cy="2651759"/>
          </a:xfrm>
          <a:custGeom>
            <a:avLst/>
            <a:gdLst/>
            <a:ahLst/>
            <a:cxnLst/>
            <a:rect l="l" t="t" r="r" b="b"/>
            <a:pathLst>
              <a:path w="15418" h="4400" extrusionOk="0">
                <a:moveTo>
                  <a:pt x="12838" y="3130"/>
                </a:moveTo>
                <a:cubicBezTo>
                  <a:pt x="12838" y="3130"/>
                  <a:pt x="13278" y="2180"/>
                  <a:pt x="12498" y="1510"/>
                </a:cubicBezTo>
                <a:cubicBezTo>
                  <a:pt x="11538" y="691"/>
                  <a:pt x="10298" y="1540"/>
                  <a:pt x="10298" y="1540"/>
                </a:cubicBezTo>
                <a:cubicBezTo>
                  <a:pt x="10298" y="1540"/>
                  <a:pt x="9638" y="1"/>
                  <a:pt x="7899" y="1"/>
                </a:cubicBezTo>
                <a:cubicBezTo>
                  <a:pt x="5869" y="1"/>
                  <a:pt x="5370" y="2030"/>
                  <a:pt x="5370" y="2030"/>
                </a:cubicBezTo>
                <a:cubicBezTo>
                  <a:pt x="3560" y="1320"/>
                  <a:pt x="3180" y="3130"/>
                  <a:pt x="3180" y="3130"/>
                </a:cubicBezTo>
                <a:cubicBezTo>
                  <a:pt x="2140" y="2690"/>
                  <a:pt x="1" y="4390"/>
                  <a:pt x="2850" y="4390"/>
                </a:cubicBezTo>
                <a:lnTo>
                  <a:pt x="13717" y="4390"/>
                </a:lnTo>
                <a:cubicBezTo>
                  <a:pt x="15417" y="4400"/>
                  <a:pt x="14317" y="2910"/>
                  <a:pt x="12838" y="3130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/>
          <p:nvPr/>
        </p:nvSpPr>
        <p:spPr>
          <a:xfrm>
            <a:off x="3860114" y="2783189"/>
            <a:ext cx="9143992" cy="2651759"/>
          </a:xfrm>
          <a:custGeom>
            <a:avLst/>
            <a:gdLst/>
            <a:ahLst/>
            <a:cxnLst/>
            <a:rect l="l" t="t" r="r" b="b"/>
            <a:pathLst>
              <a:path w="15418" h="4400" extrusionOk="0">
                <a:moveTo>
                  <a:pt x="12838" y="3130"/>
                </a:moveTo>
                <a:cubicBezTo>
                  <a:pt x="12838" y="3130"/>
                  <a:pt x="13278" y="2180"/>
                  <a:pt x="12498" y="1510"/>
                </a:cubicBezTo>
                <a:cubicBezTo>
                  <a:pt x="11538" y="691"/>
                  <a:pt x="10298" y="1540"/>
                  <a:pt x="10298" y="1540"/>
                </a:cubicBezTo>
                <a:cubicBezTo>
                  <a:pt x="10298" y="1540"/>
                  <a:pt x="9638" y="1"/>
                  <a:pt x="7899" y="1"/>
                </a:cubicBezTo>
                <a:cubicBezTo>
                  <a:pt x="5869" y="1"/>
                  <a:pt x="5370" y="2030"/>
                  <a:pt x="5370" y="2030"/>
                </a:cubicBezTo>
                <a:cubicBezTo>
                  <a:pt x="3560" y="1320"/>
                  <a:pt x="3180" y="3130"/>
                  <a:pt x="3180" y="3130"/>
                </a:cubicBezTo>
                <a:cubicBezTo>
                  <a:pt x="2140" y="2690"/>
                  <a:pt x="1" y="4390"/>
                  <a:pt x="2850" y="4390"/>
                </a:cubicBezTo>
                <a:lnTo>
                  <a:pt x="13717" y="4390"/>
                </a:lnTo>
                <a:cubicBezTo>
                  <a:pt x="15417" y="4400"/>
                  <a:pt x="14317" y="2910"/>
                  <a:pt x="12838" y="3130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3675900" cy="164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713225" y="2368300"/>
            <a:ext cx="3675900" cy="22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-3858774" y="2783189"/>
            <a:ext cx="9143992" cy="2651759"/>
          </a:xfrm>
          <a:custGeom>
            <a:avLst/>
            <a:gdLst/>
            <a:ahLst/>
            <a:cxnLst/>
            <a:rect l="l" t="t" r="r" b="b"/>
            <a:pathLst>
              <a:path w="15418" h="4400" extrusionOk="0">
                <a:moveTo>
                  <a:pt x="12838" y="3130"/>
                </a:moveTo>
                <a:cubicBezTo>
                  <a:pt x="12838" y="3130"/>
                  <a:pt x="13278" y="2180"/>
                  <a:pt x="12498" y="1510"/>
                </a:cubicBezTo>
                <a:cubicBezTo>
                  <a:pt x="11538" y="691"/>
                  <a:pt x="10298" y="1540"/>
                  <a:pt x="10298" y="1540"/>
                </a:cubicBezTo>
                <a:cubicBezTo>
                  <a:pt x="10298" y="1540"/>
                  <a:pt x="9638" y="1"/>
                  <a:pt x="7899" y="1"/>
                </a:cubicBezTo>
                <a:cubicBezTo>
                  <a:pt x="5869" y="1"/>
                  <a:pt x="5370" y="2030"/>
                  <a:pt x="5370" y="2030"/>
                </a:cubicBezTo>
                <a:cubicBezTo>
                  <a:pt x="3560" y="1320"/>
                  <a:pt x="3180" y="3130"/>
                  <a:pt x="3180" y="3130"/>
                </a:cubicBezTo>
                <a:cubicBezTo>
                  <a:pt x="2140" y="2690"/>
                  <a:pt x="1" y="4390"/>
                  <a:pt x="2850" y="4390"/>
                </a:cubicBezTo>
                <a:lnTo>
                  <a:pt x="13717" y="4390"/>
                </a:lnTo>
                <a:cubicBezTo>
                  <a:pt x="15417" y="4400"/>
                  <a:pt x="14317" y="2910"/>
                  <a:pt x="12838" y="3130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3858775" y="1657350"/>
            <a:ext cx="4572000" cy="18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713250" y="4055300"/>
            <a:ext cx="7717500" cy="548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3860114" y="2783189"/>
            <a:ext cx="9143992" cy="2651759"/>
          </a:xfrm>
          <a:custGeom>
            <a:avLst/>
            <a:gdLst/>
            <a:ahLst/>
            <a:cxnLst/>
            <a:rect l="l" t="t" r="r" b="b"/>
            <a:pathLst>
              <a:path w="15418" h="4400" extrusionOk="0">
                <a:moveTo>
                  <a:pt x="12838" y="3130"/>
                </a:moveTo>
                <a:cubicBezTo>
                  <a:pt x="12838" y="3130"/>
                  <a:pt x="13278" y="2180"/>
                  <a:pt x="12498" y="1510"/>
                </a:cubicBezTo>
                <a:cubicBezTo>
                  <a:pt x="11538" y="691"/>
                  <a:pt x="10298" y="1540"/>
                  <a:pt x="10298" y="1540"/>
                </a:cubicBezTo>
                <a:cubicBezTo>
                  <a:pt x="10298" y="1540"/>
                  <a:pt x="9638" y="1"/>
                  <a:pt x="7899" y="1"/>
                </a:cubicBezTo>
                <a:cubicBezTo>
                  <a:pt x="5869" y="1"/>
                  <a:pt x="5370" y="2030"/>
                  <a:pt x="5370" y="2030"/>
                </a:cubicBezTo>
                <a:cubicBezTo>
                  <a:pt x="3560" y="1320"/>
                  <a:pt x="3180" y="3130"/>
                  <a:pt x="3180" y="3130"/>
                </a:cubicBezTo>
                <a:cubicBezTo>
                  <a:pt x="2140" y="2690"/>
                  <a:pt x="1" y="4390"/>
                  <a:pt x="2850" y="4390"/>
                </a:cubicBezTo>
                <a:lnTo>
                  <a:pt x="13717" y="4390"/>
                </a:lnTo>
                <a:cubicBezTo>
                  <a:pt x="15417" y="4400"/>
                  <a:pt x="14317" y="2910"/>
                  <a:pt x="12838" y="3130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4389150" y="3347832"/>
            <a:ext cx="40416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ubTitle" idx="1"/>
          </p:nvPr>
        </p:nvSpPr>
        <p:spPr>
          <a:xfrm>
            <a:off x="4389150" y="1246968"/>
            <a:ext cx="4041600" cy="182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/>
        </p:nvSpPr>
        <p:spPr>
          <a:xfrm>
            <a:off x="3860114" y="2783189"/>
            <a:ext cx="9143992" cy="2651759"/>
          </a:xfrm>
          <a:custGeom>
            <a:avLst/>
            <a:gdLst/>
            <a:ahLst/>
            <a:cxnLst/>
            <a:rect l="l" t="t" r="r" b="b"/>
            <a:pathLst>
              <a:path w="15418" h="4400" extrusionOk="0">
                <a:moveTo>
                  <a:pt x="12838" y="3130"/>
                </a:moveTo>
                <a:cubicBezTo>
                  <a:pt x="12838" y="3130"/>
                  <a:pt x="13278" y="2180"/>
                  <a:pt x="12498" y="1510"/>
                </a:cubicBezTo>
                <a:cubicBezTo>
                  <a:pt x="11538" y="691"/>
                  <a:pt x="10298" y="1540"/>
                  <a:pt x="10298" y="1540"/>
                </a:cubicBezTo>
                <a:cubicBezTo>
                  <a:pt x="10298" y="1540"/>
                  <a:pt x="9638" y="1"/>
                  <a:pt x="7899" y="1"/>
                </a:cubicBezTo>
                <a:cubicBezTo>
                  <a:pt x="5869" y="1"/>
                  <a:pt x="5370" y="2030"/>
                  <a:pt x="5370" y="2030"/>
                </a:cubicBezTo>
                <a:cubicBezTo>
                  <a:pt x="3560" y="1320"/>
                  <a:pt x="3180" y="3130"/>
                  <a:pt x="3180" y="3130"/>
                </a:cubicBezTo>
                <a:cubicBezTo>
                  <a:pt x="2140" y="2690"/>
                  <a:pt x="1" y="4390"/>
                  <a:pt x="2850" y="4390"/>
                </a:cubicBezTo>
                <a:lnTo>
                  <a:pt x="13717" y="4390"/>
                </a:lnTo>
                <a:cubicBezTo>
                  <a:pt x="15417" y="4400"/>
                  <a:pt x="14317" y="2910"/>
                  <a:pt x="12838" y="3130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713225" y="1428752"/>
            <a:ext cx="3675900" cy="11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ubTitle" idx="1"/>
          </p:nvPr>
        </p:nvSpPr>
        <p:spPr>
          <a:xfrm>
            <a:off x="713225" y="2800348"/>
            <a:ext cx="36759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/>
          <p:nvPr/>
        </p:nvSpPr>
        <p:spPr>
          <a:xfrm>
            <a:off x="-3858774" y="2783189"/>
            <a:ext cx="9143992" cy="2651759"/>
          </a:xfrm>
          <a:custGeom>
            <a:avLst/>
            <a:gdLst/>
            <a:ahLst/>
            <a:cxnLst/>
            <a:rect l="l" t="t" r="r" b="b"/>
            <a:pathLst>
              <a:path w="15418" h="4400" extrusionOk="0">
                <a:moveTo>
                  <a:pt x="12838" y="3130"/>
                </a:moveTo>
                <a:cubicBezTo>
                  <a:pt x="12838" y="3130"/>
                  <a:pt x="13278" y="2180"/>
                  <a:pt x="12498" y="1510"/>
                </a:cubicBezTo>
                <a:cubicBezTo>
                  <a:pt x="11538" y="691"/>
                  <a:pt x="10298" y="1540"/>
                  <a:pt x="10298" y="1540"/>
                </a:cubicBezTo>
                <a:cubicBezTo>
                  <a:pt x="10298" y="1540"/>
                  <a:pt x="9638" y="1"/>
                  <a:pt x="7899" y="1"/>
                </a:cubicBezTo>
                <a:cubicBezTo>
                  <a:pt x="5869" y="1"/>
                  <a:pt x="5370" y="2030"/>
                  <a:pt x="5370" y="2030"/>
                </a:cubicBezTo>
                <a:cubicBezTo>
                  <a:pt x="3560" y="1320"/>
                  <a:pt x="3180" y="3130"/>
                  <a:pt x="3180" y="3130"/>
                </a:cubicBezTo>
                <a:cubicBezTo>
                  <a:pt x="2140" y="2690"/>
                  <a:pt x="1" y="4390"/>
                  <a:pt x="2850" y="4390"/>
                </a:cubicBezTo>
                <a:lnTo>
                  <a:pt x="13717" y="4390"/>
                </a:lnTo>
                <a:cubicBezTo>
                  <a:pt x="15417" y="4400"/>
                  <a:pt x="14317" y="2910"/>
                  <a:pt x="12838" y="3130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subTitle" idx="1"/>
          </p:nvPr>
        </p:nvSpPr>
        <p:spPr>
          <a:xfrm>
            <a:off x="4754875" y="3415398"/>
            <a:ext cx="25602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ubTitle" idx="2"/>
          </p:nvPr>
        </p:nvSpPr>
        <p:spPr>
          <a:xfrm>
            <a:off x="1828961" y="3415398"/>
            <a:ext cx="25602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subTitle" idx="3"/>
          </p:nvPr>
        </p:nvSpPr>
        <p:spPr>
          <a:xfrm>
            <a:off x="1828961" y="2500994"/>
            <a:ext cx="25602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subTitle" idx="4"/>
          </p:nvPr>
        </p:nvSpPr>
        <p:spPr>
          <a:xfrm>
            <a:off x="4754875" y="2500994"/>
            <a:ext cx="25602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/>
          <p:nvPr/>
        </p:nvSpPr>
        <p:spPr>
          <a:xfrm>
            <a:off x="-3858774" y="2783189"/>
            <a:ext cx="9143992" cy="2651759"/>
          </a:xfrm>
          <a:custGeom>
            <a:avLst/>
            <a:gdLst/>
            <a:ahLst/>
            <a:cxnLst/>
            <a:rect l="l" t="t" r="r" b="b"/>
            <a:pathLst>
              <a:path w="15418" h="4400" extrusionOk="0">
                <a:moveTo>
                  <a:pt x="12838" y="3130"/>
                </a:moveTo>
                <a:cubicBezTo>
                  <a:pt x="12838" y="3130"/>
                  <a:pt x="13278" y="2180"/>
                  <a:pt x="12498" y="1510"/>
                </a:cubicBezTo>
                <a:cubicBezTo>
                  <a:pt x="11538" y="691"/>
                  <a:pt x="10298" y="1540"/>
                  <a:pt x="10298" y="1540"/>
                </a:cubicBezTo>
                <a:cubicBezTo>
                  <a:pt x="10298" y="1540"/>
                  <a:pt x="9638" y="1"/>
                  <a:pt x="7899" y="1"/>
                </a:cubicBezTo>
                <a:cubicBezTo>
                  <a:pt x="5869" y="1"/>
                  <a:pt x="5370" y="2030"/>
                  <a:pt x="5370" y="2030"/>
                </a:cubicBezTo>
                <a:cubicBezTo>
                  <a:pt x="3560" y="1320"/>
                  <a:pt x="3180" y="3130"/>
                  <a:pt x="3180" y="3130"/>
                </a:cubicBezTo>
                <a:cubicBezTo>
                  <a:pt x="2140" y="2690"/>
                  <a:pt x="1" y="4390"/>
                  <a:pt x="2850" y="4390"/>
                </a:cubicBezTo>
                <a:lnTo>
                  <a:pt x="13717" y="4390"/>
                </a:lnTo>
                <a:cubicBezTo>
                  <a:pt x="15417" y="4400"/>
                  <a:pt x="14317" y="2910"/>
                  <a:pt x="12838" y="3130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subTitle" idx="1"/>
          </p:nvPr>
        </p:nvSpPr>
        <p:spPr>
          <a:xfrm>
            <a:off x="4754881" y="2023050"/>
            <a:ext cx="3200400" cy="19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subTitle" idx="2"/>
          </p:nvPr>
        </p:nvSpPr>
        <p:spPr>
          <a:xfrm>
            <a:off x="1188750" y="2023050"/>
            <a:ext cx="3200400" cy="19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/>
          <p:nvPr/>
        </p:nvSpPr>
        <p:spPr>
          <a:xfrm>
            <a:off x="-3858774" y="2783189"/>
            <a:ext cx="9143992" cy="2651759"/>
          </a:xfrm>
          <a:custGeom>
            <a:avLst/>
            <a:gdLst/>
            <a:ahLst/>
            <a:cxnLst/>
            <a:rect l="l" t="t" r="r" b="b"/>
            <a:pathLst>
              <a:path w="15418" h="4400" extrusionOk="0">
                <a:moveTo>
                  <a:pt x="12838" y="3130"/>
                </a:moveTo>
                <a:cubicBezTo>
                  <a:pt x="12838" y="3130"/>
                  <a:pt x="13278" y="2180"/>
                  <a:pt x="12498" y="1510"/>
                </a:cubicBezTo>
                <a:cubicBezTo>
                  <a:pt x="11538" y="691"/>
                  <a:pt x="10298" y="1540"/>
                  <a:pt x="10298" y="1540"/>
                </a:cubicBezTo>
                <a:cubicBezTo>
                  <a:pt x="10298" y="1540"/>
                  <a:pt x="9638" y="1"/>
                  <a:pt x="7899" y="1"/>
                </a:cubicBezTo>
                <a:cubicBezTo>
                  <a:pt x="5869" y="1"/>
                  <a:pt x="5370" y="2030"/>
                  <a:pt x="5370" y="2030"/>
                </a:cubicBezTo>
                <a:cubicBezTo>
                  <a:pt x="3560" y="1320"/>
                  <a:pt x="3180" y="3130"/>
                  <a:pt x="3180" y="3130"/>
                </a:cubicBezTo>
                <a:cubicBezTo>
                  <a:pt x="2140" y="2690"/>
                  <a:pt x="1" y="4390"/>
                  <a:pt x="2850" y="4390"/>
                </a:cubicBezTo>
                <a:lnTo>
                  <a:pt x="13717" y="4390"/>
                </a:lnTo>
                <a:cubicBezTo>
                  <a:pt x="15417" y="4400"/>
                  <a:pt x="14317" y="2910"/>
                  <a:pt x="12838" y="3130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5"/>
          <p:cNvSpPr txBox="1">
            <a:spLocks noGrp="1"/>
          </p:cNvSpPr>
          <p:nvPr>
            <p:ph type="subTitle" idx="1"/>
          </p:nvPr>
        </p:nvSpPr>
        <p:spPr>
          <a:xfrm>
            <a:off x="1188750" y="1932925"/>
            <a:ext cx="32004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5"/>
          <p:cNvSpPr txBox="1">
            <a:spLocks noGrp="1"/>
          </p:cNvSpPr>
          <p:nvPr>
            <p:ph type="subTitle" idx="2"/>
          </p:nvPr>
        </p:nvSpPr>
        <p:spPr>
          <a:xfrm>
            <a:off x="4754866" y="1932925"/>
            <a:ext cx="31980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subTitle" idx="3"/>
          </p:nvPr>
        </p:nvSpPr>
        <p:spPr>
          <a:xfrm>
            <a:off x="1188750" y="3624560"/>
            <a:ext cx="32004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subTitle" idx="4"/>
          </p:nvPr>
        </p:nvSpPr>
        <p:spPr>
          <a:xfrm>
            <a:off x="4754866" y="3624571"/>
            <a:ext cx="32004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subTitle" idx="5"/>
          </p:nvPr>
        </p:nvSpPr>
        <p:spPr>
          <a:xfrm>
            <a:off x="1188750" y="1427425"/>
            <a:ext cx="32004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ubTitle" idx="6"/>
          </p:nvPr>
        </p:nvSpPr>
        <p:spPr>
          <a:xfrm>
            <a:off x="1188750" y="3119085"/>
            <a:ext cx="32004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subTitle" idx="7"/>
          </p:nvPr>
        </p:nvSpPr>
        <p:spPr>
          <a:xfrm>
            <a:off x="4754866" y="1427425"/>
            <a:ext cx="31980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subTitle" idx="8"/>
          </p:nvPr>
        </p:nvSpPr>
        <p:spPr>
          <a:xfrm>
            <a:off x="4754866" y="3119071"/>
            <a:ext cx="31980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Medium"/>
              <a:buNone/>
              <a:defRPr sz="24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/>
          <p:nvPr/>
        </p:nvSpPr>
        <p:spPr>
          <a:xfrm>
            <a:off x="3860114" y="2783189"/>
            <a:ext cx="9143992" cy="2651759"/>
          </a:xfrm>
          <a:custGeom>
            <a:avLst/>
            <a:gdLst/>
            <a:ahLst/>
            <a:cxnLst/>
            <a:rect l="l" t="t" r="r" b="b"/>
            <a:pathLst>
              <a:path w="15418" h="4400" extrusionOk="0">
                <a:moveTo>
                  <a:pt x="12838" y="3130"/>
                </a:moveTo>
                <a:cubicBezTo>
                  <a:pt x="12838" y="3130"/>
                  <a:pt x="13278" y="2180"/>
                  <a:pt x="12498" y="1510"/>
                </a:cubicBezTo>
                <a:cubicBezTo>
                  <a:pt x="11538" y="691"/>
                  <a:pt x="10298" y="1540"/>
                  <a:pt x="10298" y="1540"/>
                </a:cubicBezTo>
                <a:cubicBezTo>
                  <a:pt x="10298" y="1540"/>
                  <a:pt x="9638" y="1"/>
                  <a:pt x="7899" y="1"/>
                </a:cubicBezTo>
                <a:cubicBezTo>
                  <a:pt x="5869" y="1"/>
                  <a:pt x="5370" y="2030"/>
                  <a:pt x="5370" y="2030"/>
                </a:cubicBezTo>
                <a:cubicBezTo>
                  <a:pt x="3560" y="1320"/>
                  <a:pt x="3180" y="3130"/>
                  <a:pt x="3180" y="3130"/>
                </a:cubicBezTo>
                <a:cubicBezTo>
                  <a:pt x="2140" y="2690"/>
                  <a:pt x="1" y="4390"/>
                  <a:pt x="2850" y="4390"/>
                </a:cubicBezTo>
                <a:lnTo>
                  <a:pt x="13717" y="4390"/>
                </a:lnTo>
                <a:cubicBezTo>
                  <a:pt x="15417" y="4400"/>
                  <a:pt x="14317" y="2910"/>
                  <a:pt x="12838" y="3130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0"/>
          <p:cNvSpPr txBox="1">
            <a:spLocks noGrp="1"/>
          </p:cNvSpPr>
          <p:nvPr>
            <p:ph type="title" hasCustomPrompt="1"/>
          </p:nvPr>
        </p:nvSpPr>
        <p:spPr>
          <a:xfrm>
            <a:off x="3406200" y="722376"/>
            <a:ext cx="5024700" cy="73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0" name="Google Shape;190;p30"/>
          <p:cNvSpPr txBox="1">
            <a:spLocks noGrp="1"/>
          </p:cNvSpPr>
          <p:nvPr>
            <p:ph type="subTitle" idx="1"/>
          </p:nvPr>
        </p:nvSpPr>
        <p:spPr>
          <a:xfrm>
            <a:off x="3406200" y="1362452"/>
            <a:ext cx="50247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91" name="Google Shape;191;p30"/>
          <p:cNvSpPr txBox="1">
            <a:spLocks noGrp="1"/>
          </p:cNvSpPr>
          <p:nvPr>
            <p:ph type="title" idx="2" hasCustomPrompt="1"/>
          </p:nvPr>
        </p:nvSpPr>
        <p:spPr>
          <a:xfrm>
            <a:off x="3406200" y="2024289"/>
            <a:ext cx="5024700" cy="73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2" name="Google Shape;192;p30"/>
          <p:cNvSpPr txBox="1">
            <a:spLocks noGrp="1"/>
          </p:cNvSpPr>
          <p:nvPr>
            <p:ph type="subTitle" idx="3"/>
          </p:nvPr>
        </p:nvSpPr>
        <p:spPr>
          <a:xfrm>
            <a:off x="3406200" y="2662011"/>
            <a:ext cx="50247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93" name="Google Shape;193;p30"/>
          <p:cNvSpPr txBox="1">
            <a:spLocks noGrp="1"/>
          </p:cNvSpPr>
          <p:nvPr>
            <p:ph type="title" idx="4" hasCustomPrompt="1"/>
          </p:nvPr>
        </p:nvSpPr>
        <p:spPr>
          <a:xfrm>
            <a:off x="3406200" y="3328416"/>
            <a:ext cx="5024700" cy="73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4" name="Google Shape;194;p30"/>
          <p:cNvSpPr txBox="1">
            <a:spLocks noGrp="1"/>
          </p:cNvSpPr>
          <p:nvPr>
            <p:ph type="subTitle" idx="5"/>
          </p:nvPr>
        </p:nvSpPr>
        <p:spPr>
          <a:xfrm>
            <a:off x="3406200" y="3963811"/>
            <a:ext cx="50247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solidFill>
          <a:schemeClr val="dk2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/>
          <p:nvPr/>
        </p:nvSpPr>
        <p:spPr>
          <a:xfrm>
            <a:off x="-3858774" y="2783189"/>
            <a:ext cx="9143992" cy="2651759"/>
          </a:xfrm>
          <a:custGeom>
            <a:avLst/>
            <a:gdLst/>
            <a:ahLst/>
            <a:cxnLst/>
            <a:rect l="l" t="t" r="r" b="b"/>
            <a:pathLst>
              <a:path w="15418" h="4400" extrusionOk="0">
                <a:moveTo>
                  <a:pt x="12838" y="3130"/>
                </a:moveTo>
                <a:cubicBezTo>
                  <a:pt x="12838" y="3130"/>
                  <a:pt x="13278" y="2180"/>
                  <a:pt x="12498" y="1510"/>
                </a:cubicBezTo>
                <a:cubicBezTo>
                  <a:pt x="11538" y="691"/>
                  <a:pt x="10298" y="1540"/>
                  <a:pt x="10298" y="1540"/>
                </a:cubicBezTo>
                <a:cubicBezTo>
                  <a:pt x="10298" y="1540"/>
                  <a:pt x="9638" y="1"/>
                  <a:pt x="7899" y="1"/>
                </a:cubicBezTo>
                <a:cubicBezTo>
                  <a:pt x="5869" y="1"/>
                  <a:pt x="5370" y="2030"/>
                  <a:pt x="5370" y="2030"/>
                </a:cubicBezTo>
                <a:cubicBezTo>
                  <a:pt x="3560" y="1320"/>
                  <a:pt x="3180" y="3130"/>
                  <a:pt x="3180" y="3130"/>
                </a:cubicBezTo>
                <a:cubicBezTo>
                  <a:pt x="2140" y="2690"/>
                  <a:pt x="1" y="4390"/>
                  <a:pt x="2850" y="4390"/>
                </a:cubicBezTo>
                <a:lnTo>
                  <a:pt x="13717" y="4390"/>
                </a:lnTo>
                <a:cubicBezTo>
                  <a:pt x="15417" y="4400"/>
                  <a:pt x="14317" y="2910"/>
                  <a:pt x="12838" y="3130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lt2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/>
          <p:nvPr/>
        </p:nvSpPr>
        <p:spPr>
          <a:xfrm>
            <a:off x="3860114" y="2783189"/>
            <a:ext cx="9143992" cy="2651759"/>
          </a:xfrm>
          <a:custGeom>
            <a:avLst/>
            <a:gdLst/>
            <a:ahLst/>
            <a:cxnLst/>
            <a:rect l="l" t="t" r="r" b="b"/>
            <a:pathLst>
              <a:path w="15418" h="4400" extrusionOk="0">
                <a:moveTo>
                  <a:pt x="12838" y="3130"/>
                </a:moveTo>
                <a:cubicBezTo>
                  <a:pt x="12838" y="3130"/>
                  <a:pt x="13278" y="2180"/>
                  <a:pt x="12498" y="1510"/>
                </a:cubicBezTo>
                <a:cubicBezTo>
                  <a:pt x="11538" y="691"/>
                  <a:pt x="10298" y="1540"/>
                  <a:pt x="10298" y="1540"/>
                </a:cubicBezTo>
                <a:cubicBezTo>
                  <a:pt x="10298" y="1540"/>
                  <a:pt x="9638" y="1"/>
                  <a:pt x="7899" y="1"/>
                </a:cubicBezTo>
                <a:cubicBezTo>
                  <a:pt x="5869" y="1"/>
                  <a:pt x="5370" y="2030"/>
                  <a:pt x="5370" y="2030"/>
                </a:cubicBezTo>
                <a:cubicBezTo>
                  <a:pt x="3560" y="1320"/>
                  <a:pt x="3180" y="3130"/>
                  <a:pt x="3180" y="3130"/>
                </a:cubicBezTo>
                <a:cubicBezTo>
                  <a:pt x="2140" y="2690"/>
                  <a:pt x="1" y="4390"/>
                  <a:pt x="2850" y="4390"/>
                </a:cubicBezTo>
                <a:lnTo>
                  <a:pt x="13717" y="4390"/>
                </a:lnTo>
                <a:cubicBezTo>
                  <a:pt x="15417" y="4400"/>
                  <a:pt x="14317" y="2910"/>
                  <a:pt x="12838" y="3130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 Medium"/>
              <a:buNone/>
              <a:defRPr sz="3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 Medium"/>
              <a:buNone/>
              <a:defRPr sz="3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 Medium"/>
              <a:buNone/>
              <a:defRPr sz="3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 Medium"/>
              <a:buNone/>
              <a:defRPr sz="3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 Medium"/>
              <a:buNone/>
              <a:defRPr sz="3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 Medium"/>
              <a:buNone/>
              <a:defRPr sz="3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 Medium"/>
              <a:buNone/>
              <a:defRPr sz="3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 Medium"/>
              <a:buNone/>
              <a:defRPr sz="3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 Medium"/>
              <a:buNone/>
              <a:defRPr sz="3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6" r:id="rId4"/>
    <p:sldLayoutId id="2147483658" r:id="rId5"/>
    <p:sldLayoutId id="2147483660" r:id="rId6"/>
    <p:sldLayoutId id="2147483662" r:id="rId7"/>
    <p:sldLayoutId id="2147483666" r:id="rId8"/>
    <p:sldLayoutId id="2147483667" r:id="rId9"/>
    <p:sldLayoutId id="2147483671" r:id="rId10"/>
    <p:sldLayoutId id="2147483676" r:id="rId11"/>
    <p:sldLayoutId id="2147483679" r:id="rId12"/>
    <p:sldLayoutId id="214748368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>
            <a:spLocks noGrp="1"/>
          </p:cNvSpPr>
          <p:nvPr>
            <p:ph type="ctrTitle"/>
          </p:nvPr>
        </p:nvSpPr>
        <p:spPr>
          <a:xfrm>
            <a:off x="346651" y="107024"/>
            <a:ext cx="8207173" cy="14127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b="1" dirty="0">
                <a:latin typeface="Arial Black" panose="020B0A04020102020204" pitchFamily="34" charset="0"/>
              </a:rPr>
              <a:t>RESPONSIBLE CONSUMPTION AND PRODUCTION (SDG 12)</a:t>
            </a:r>
          </a:p>
        </p:txBody>
      </p:sp>
      <p:sp>
        <p:nvSpPr>
          <p:cNvPr id="227" name="Google Shape;227;p38"/>
          <p:cNvSpPr txBox="1">
            <a:spLocks noGrp="1"/>
          </p:cNvSpPr>
          <p:nvPr>
            <p:ph type="subTitle" idx="1"/>
          </p:nvPr>
        </p:nvSpPr>
        <p:spPr>
          <a:xfrm>
            <a:off x="381180" y="1502532"/>
            <a:ext cx="4041600" cy="457200"/>
          </a:xfrm>
          <a:prstGeom prst="rect">
            <a:avLst/>
          </a:prstGeom>
        </p:spPr>
        <p:txBody>
          <a:bodyPr spcFirstLastPara="1" wrap="square" lIns="137150" tIns="91425" rIns="137150" bIns="91425" anchor="t" anchorCtr="0">
            <a:noAutofit/>
          </a:bodyPr>
          <a:lstStyle/>
          <a:p>
            <a:pPr marL="0" lvl="0" indent="0"/>
            <a:r>
              <a:rPr lang="en-US" sz="1800" i="1" dirty="0">
                <a:latin typeface="Aptos Display" panose="020B0004020202020204" pitchFamily="34" charset="0"/>
              </a:rPr>
              <a:t>Because “Reuse It” is the New “Buy It”</a:t>
            </a:r>
            <a:endParaRPr sz="1800" i="1" dirty="0">
              <a:latin typeface="Aptos Display" panose="020B0004020202020204" pitchFamily="34" charset="0"/>
            </a:endParaRPr>
          </a:p>
        </p:txBody>
      </p:sp>
      <p:cxnSp>
        <p:nvCxnSpPr>
          <p:cNvPr id="228" name="Google Shape;228;p38"/>
          <p:cNvCxnSpPr>
            <a:cxnSpLocks/>
          </p:cNvCxnSpPr>
          <p:nvPr/>
        </p:nvCxnSpPr>
        <p:spPr>
          <a:xfrm>
            <a:off x="570992" y="2082433"/>
            <a:ext cx="3360928" cy="0"/>
          </a:xfrm>
          <a:prstGeom prst="straightConnector1">
            <a:avLst/>
          </a:prstGeom>
          <a:noFill/>
          <a:ln w="76200" cap="rnd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229" name="Google Shape;229;p38"/>
          <p:cNvGrpSpPr/>
          <p:nvPr/>
        </p:nvGrpSpPr>
        <p:grpSpPr>
          <a:xfrm>
            <a:off x="5476272" y="1051983"/>
            <a:ext cx="3492987" cy="3466274"/>
            <a:chOff x="4937792" y="838623"/>
            <a:chExt cx="3492987" cy="3466274"/>
          </a:xfrm>
        </p:grpSpPr>
        <p:grpSp>
          <p:nvGrpSpPr>
            <p:cNvPr id="230" name="Google Shape;230;p38"/>
            <p:cNvGrpSpPr/>
            <p:nvPr/>
          </p:nvGrpSpPr>
          <p:grpSpPr>
            <a:xfrm>
              <a:off x="5541023" y="1456691"/>
              <a:ext cx="2244885" cy="2232665"/>
              <a:chOff x="5541023" y="1456691"/>
              <a:chExt cx="2244885" cy="2232665"/>
            </a:xfrm>
          </p:grpSpPr>
          <p:sp>
            <p:nvSpPr>
              <p:cNvPr id="231" name="Google Shape;231;p38"/>
              <p:cNvSpPr/>
              <p:nvPr/>
            </p:nvSpPr>
            <p:spPr>
              <a:xfrm>
                <a:off x="6161399" y="1461577"/>
                <a:ext cx="435195" cy="487759"/>
              </a:xfrm>
              <a:custGeom>
                <a:avLst/>
                <a:gdLst/>
                <a:ahLst/>
                <a:cxnLst/>
                <a:rect l="l" t="t" r="r" b="b"/>
                <a:pathLst>
                  <a:path w="5330" h="5989" extrusionOk="0">
                    <a:moveTo>
                      <a:pt x="5329" y="5129"/>
                    </a:moveTo>
                    <a:lnTo>
                      <a:pt x="4849" y="0"/>
                    </a:lnTo>
                    <a:cubicBezTo>
                      <a:pt x="3160" y="150"/>
                      <a:pt x="1520" y="620"/>
                      <a:pt x="1" y="1380"/>
                    </a:cubicBezTo>
                    <a:lnTo>
                      <a:pt x="2300" y="5989"/>
                    </a:lnTo>
                    <a:cubicBezTo>
                      <a:pt x="3250" y="5519"/>
                      <a:pt x="4270" y="5229"/>
                      <a:pt x="5329" y="512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38"/>
              <p:cNvSpPr/>
              <p:nvPr/>
            </p:nvSpPr>
            <p:spPr>
              <a:xfrm>
                <a:off x="5833248" y="1573886"/>
                <a:ext cx="516028" cy="529376"/>
              </a:xfrm>
              <a:custGeom>
                <a:avLst/>
                <a:gdLst/>
                <a:ahLst/>
                <a:cxnLst/>
                <a:rect l="l" t="t" r="r" b="b"/>
                <a:pathLst>
                  <a:path w="6320" h="6500" extrusionOk="0">
                    <a:moveTo>
                      <a:pt x="6319" y="4610"/>
                    </a:moveTo>
                    <a:lnTo>
                      <a:pt x="4020" y="1"/>
                    </a:lnTo>
                    <a:cubicBezTo>
                      <a:pt x="2510" y="750"/>
                      <a:pt x="1140" y="1780"/>
                      <a:pt x="1" y="3030"/>
                    </a:cubicBezTo>
                    <a:lnTo>
                      <a:pt x="3820" y="6499"/>
                    </a:lnTo>
                    <a:cubicBezTo>
                      <a:pt x="4530" y="5729"/>
                      <a:pt x="5379" y="5079"/>
                      <a:pt x="6319" y="461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38"/>
              <p:cNvSpPr/>
              <p:nvPr/>
            </p:nvSpPr>
            <p:spPr>
              <a:xfrm>
                <a:off x="5541023" y="2572941"/>
                <a:ext cx="468671" cy="403140"/>
              </a:xfrm>
              <a:custGeom>
                <a:avLst/>
                <a:gdLst/>
                <a:ahLst/>
                <a:cxnLst/>
                <a:rect l="l" t="t" r="r" b="b"/>
                <a:pathLst>
                  <a:path w="5740" h="4950" extrusionOk="0">
                    <a:moveTo>
                      <a:pt x="5159" y="1"/>
                    </a:moveTo>
                    <a:lnTo>
                      <a:pt x="1" y="1"/>
                    </a:lnTo>
                    <a:cubicBezTo>
                      <a:pt x="1" y="1690"/>
                      <a:pt x="310" y="3370"/>
                      <a:pt x="930" y="4949"/>
                    </a:cubicBezTo>
                    <a:lnTo>
                      <a:pt x="5739" y="3090"/>
                    </a:lnTo>
                    <a:cubicBezTo>
                      <a:pt x="5359" y="2100"/>
                      <a:pt x="5159" y="1050"/>
                      <a:pt x="51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38"/>
              <p:cNvSpPr/>
              <p:nvPr/>
            </p:nvSpPr>
            <p:spPr>
              <a:xfrm>
                <a:off x="5541023" y="2169882"/>
                <a:ext cx="468671" cy="403140"/>
              </a:xfrm>
              <a:custGeom>
                <a:avLst/>
                <a:gdLst/>
                <a:ahLst/>
                <a:cxnLst/>
                <a:rect l="l" t="t" r="r" b="b"/>
                <a:pathLst>
                  <a:path w="5740" h="4950" extrusionOk="0">
                    <a:moveTo>
                      <a:pt x="5739" y="1860"/>
                    </a:moveTo>
                    <a:lnTo>
                      <a:pt x="930" y="1"/>
                    </a:lnTo>
                    <a:cubicBezTo>
                      <a:pt x="320" y="1570"/>
                      <a:pt x="1" y="3250"/>
                      <a:pt x="1" y="4950"/>
                    </a:cubicBezTo>
                    <a:lnTo>
                      <a:pt x="5159" y="4950"/>
                    </a:lnTo>
                    <a:cubicBezTo>
                      <a:pt x="5159" y="3890"/>
                      <a:pt x="5359" y="2840"/>
                      <a:pt x="5739" y="186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38"/>
              <p:cNvSpPr/>
              <p:nvPr/>
            </p:nvSpPr>
            <p:spPr>
              <a:xfrm>
                <a:off x="7254448" y="1985089"/>
                <a:ext cx="506148" cy="460150"/>
              </a:xfrm>
              <a:custGeom>
                <a:avLst/>
                <a:gdLst/>
                <a:ahLst/>
                <a:cxnLst/>
                <a:rect l="l" t="t" r="r" b="b"/>
                <a:pathLst>
                  <a:path w="6199" h="5650" extrusionOk="0">
                    <a:moveTo>
                      <a:pt x="1130" y="5649"/>
                    </a:moveTo>
                    <a:lnTo>
                      <a:pt x="6199" y="4699"/>
                    </a:lnTo>
                    <a:cubicBezTo>
                      <a:pt x="5889" y="3030"/>
                      <a:pt x="5279" y="1440"/>
                      <a:pt x="4389" y="0"/>
                    </a:cubicBezTo>
                    <a:lnTo>
                      <a:pt x="0" y="2720"/>
                    </a:lnTo>
                    <a:cubicBezTo>
                      <a:pt x="550" y="3620"/>
                      <a:pt x="940" y="4609"/>
                      <a:pt x="1130" y="56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38"/>
              <p:cNvSpPr/>
              <p:nvPr/>
            </p:nvSpPr>
            <p:spPr>
              <a:xfrm>
                <a:off x="7081350" y="1682205"/>
                <a:ext cx="531541" cy="524408"/>
              </a:xfrm>
              <a:custGeom>
                <a:avLst/>
                <a:gdLst/>
                <a:ahLst/>
                <a:cxnLst/>
                <a:rect l="l" t="t" r="r" b="b"/>
                <a:pathLst>
                  <a:path w="6510" h="6439" extrusionOk="0">
                    <a:moveTo>
                      <a:pt x="2110" y="6439"/>
                    </a:moveTo>
                    <a:lnTo>
                      <a:pt x="6509" y="3719"/>
                    </a:lnTo>
                    <a:cubicBezTo>
                      <a:pt x="5610" y="2280"/>
                      <a:pt x="4460" y="1020"/>
                      <a:pt x="3110" y="0"/>
                    </a:cubicBezTo>
                    <a:lnTo>
                      <a:pt x="1" y="4109"/>
                    </a:lnTo>
                    <a:cubicBezTo>
                      <a:pt x="841" y="4749"/>
                      <a:pt x="1561" y="5539"/>
                      <a:pt x="2110" y="643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38"/>
              <p:cNvSpPr/>
              <p:nvPr/>
            </p:nvSpPr>
            <p:spPr>
              <a:xfrm>
                <a:off x="6851178" y="1498959"/>
                <a:ext cx="483368" cy="518789"/>
              </a:xfrm>
              <a:custGeom>
                <a:avLst/>
                <a:gdLst/>
                <a:ahLst/>
                <a:cxnLst/>
                <a:rect l="l" t="t" r="r" b="b"/>
                <a:pathLst>
                  <a:path w="5920" h="6370" extrusionOk="0">
                    <a:moveTo>
                      <a:pt x="2820" y="6369"/>
                    </a:moveTo>
                    <a:lnTo>
                      <a:pt x="5919" y="2250"/>
                    </a:lnTo>
                    <a:cubicBezTo>
                      <a:pt x="4569" y="1231"/>
                      <a:pt x="3040" y="461"/>
                      <a:pt x="1420" y="1"/>
                    </a:cubicBezTo>
                    <a:lnTo>
                      <a:pt x="1" y="4960"/>
                    </a:lnTo>
                    <a:cubicBezTo>
                      <a:pt x="1020" y="5250"/>
                      <a:pt x="1970" y="5729"/>
                      <a:pt x="2820" y="636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38"/>
              <p:cNvSpPr/>
              <p:nvPr/>
            </p:nvSpPr>
            <p:spPr>
              <a:xfrm>
                <a:off x="6557320" y="1456691"/>
                <a:ext cx="409883" cy="447038"/>
              </a:xfrm>
              <a:custGeom>
                <a:avLst/>
                <a:gdLst/>
                <a:ahLst/>
                <a:cxnLst/>
                <a:rect l="l" t="t" r="r" b="b"/>
                <a:pathLst>
                  <a:path w="5020" h="5489" extrusionOk="0">
                    <a:moveTo>
                      <a:pt x="1260" y="5159"/>
                    </a:moveTo>
                    <a:cubicBezTo>
                      <a:pt x="2050" y="5159"/>
                      <a:pt x="2840" y="5269"/>
                      <a:pt x="3600" y="5489"/>
                    </a:cubicBezTo>
                    <a:lnTo>
                      <a:pt x="5019" y="520"/>
                    </a:lnTo>
                    <a:cubicBezTo>
                      <a:pt x="3800" y="180"/>
                      <a:pt x="2530" y="0"/>
                      <a:pt x="1270" y="0"/>
                    </a:cubicBezTo>
                    <a:cubicBezTo>
                      <a:pt x="840" y="0"/>
                      <a:pt x="420" y="20"/>
                      <a:pt x="0" y="60"/>
                    </a:cubicBezTo>
                    <a:lnTo>
                      <a:pt x="480" y="5199"/>
                    </a:lnTo>
                    <a:cubicBezTo>
                      <a:pt x="730" y="5169"/>
                      <a:pt x="1000" y="5159"/>
                      <a:pt x="1260" y="515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38"/>
              <p:cNvSpPr/>
              <p:nvPr/>
            </p:nvSpPr>
            <p:spPr>
              <a:xfrm>
                <a:off x="5616957" y="1820576"/>
                <a:ext cx="528194" cy="500871"/>
              </a:xfrm>
              <a:custGeom>
                <a:avLst/>
                <a:gdLst/>
                <a:ahLst/>
                <a:cxnLst/>
                <a:rect l="l" t="t" r="r" b="b"/>
                <a:pathLst>
                  <a:path w="6469" h="6150" extrusionOk="0">
                    <a:moveTo>
                      <a:pt x="6469" y="3480"/>
                    </a:moveTo>
                    <a:lnTo>
                      <a:pt x="2650" y="1"/>
                    </a:lnTo>
                    <a:cubicBezTo>
                      <a:pt x="1510" y="1251"/>
                      <a:pt x="610" y="2710"/>
                      <a:pt x="0" y="4290"/>
                    </a:cubicBezTo>
                    <a:lnTo>
                      <a:pt x="4809" y="6149"/>
                    </a:lnTo>
                    <a:cubicBezTo>
                      <a:pt x="5189" y="5160"/>
                      <a:pt x="5749" y="4260"/>
                      <a:pt x="6469" y="348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38"/>
              <p:cNvSpPr/>
              <p:nvPr/>
            </p:nvSpPr>
            <p:spPr>
              <a:xfrm>
                <a:off x="7253631" y="2700806"/>
                <a:ext cx="506965" cy="460069"/>
              </a:xfrm>
              <a:custGeom>
                <a:avLst/>
                <a:gdLst/>
                <a:ahLst/>
                <a:cxnLst/>
                <a:rect l="l" t="t" r="r" b="b"/>
                <a:pathLst>
                  <a:path w="6209" h="5649" extrusionOk="0">
                    <a:moveTo>
                      <a:pt x="0" y="2930"/>
                    </a:moveTo>
                    <a:lnTo>
                      <a:pt x="4399" y="5649"/>
                    </a:lnTo>
                    <a:cubicBezTo>
                      <a:pt x="5289" y="4209"/>
                      <a:pt x="5899" y="2610"/>
                      <a:pt x="6209" y="950"/>
                    </a:cubicBezTo>
                    <a:lnTo>
                      <a:pt x="1140" y="0"/>
                    </a:lnTo>
                    <a:cubicBezTo>
                      <a:pt x="950" y="1040"/>
                      <a:pt x="560" y="2030"/>
                      <a:pt x="0" y="293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38"/>
              <p:cNvSpPr/>
              <p:nvPr/>
            </p:nvSpPr>
            <p:spPr>
              <a:xfrm>
                <a:off x="6851178" y="3128216"/>
                <a:ext cx="483368" cy="517974"/>
              </a:xfrm>
              <a:custGeom>
                <a:avLst/>
                <a:gdLst/>
                <a:ahLst/>
                <a:cxnLst/>
                <a:rect l="l" t="t" r="r" b="b"/>
                <a:pathLst>
                  <a:path w="5920" h="6360" extrusionOk="0">
                    <a:moveTo>
                      <a:pt x="1" y="1401"/>
                    </a:moveTo>
                    <a:lnTo>
                      <a:pt x="1420" y="6359"/>
                    </a:lnTo>
                    <a:cubicBezTo>
                      <a:pt x="3040" y="5900"/>
                      <a:pt x="4569" y="5140"/>
                      <a:pt x="5919" y="4110"/>
                    </a:cubicBezTo>
                    <a:lnTo>
                      <a:pt x="2820" y="1"/>
                    </a:lnTo>
                    <a:cubicBezTo>
                      <a:pt x="1970" y="631"/>
                      <a:pt x="1020" y="1111"/>
                      <a:pt x="1" y="140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38"/>
              <p:cNvSpPr/>
              <p:nvPr/>
            </p:nvSpPr>
            <p:spPr>
              <a:xfrm>
                <a:off x="7081350" y="2939351"/>
                <a:ext cx="531541" cy="524408"/>
              </a:xfrm>
              <a:custGeom>
                <a:avLst/>
                <a:gdLst/>
                <a:ahLst/>
                <a:cxnLst/>
                <a:rect l="l" t="t" r="r" b="b"/>
                <a:pathLst>
                  <a:path w="6510" h="6439" extrusionOk="0">
                    <a:moveTo>
                      <a:pt x="1" y="2320"/>
                    </a:moveTo>
                    <a:lnTo>
                      <a:pt x="3100" y="6439"/>
                    </a:lnTo>
                    <a:cubicBezTo>
                      <a:pt x="4460" y="5419"/>
                      <a:pt x="5610" y="4150"/>
                      <a:pt x="6509" y="2720"/>
                    </a:cubicBezTo>
                    <a:lnTo>
                      <a:pt x="2120" y="1"/>
                    </a:lnTo>
                    <a:cubicBezTo>
                      <a:pt x="1561" y="900"/>
                      <a:pt x="841" y="1680"/>
                      <a:pt x="1" y="232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38"/>
              <p:cNvSpPr/>
              <p:nvPr/>
            </p:nvSpPr>
            <p:spPr>
              <a:xfrm>
                <a:off x="5616957" y="2824517"/>
                <a:ext cx="528194" cy="500057"/>
              </a:xfrm>
              <a:custGeom>
                <a:avLst/>
                <a:gdLst/>
                <a:ahLst/>
                <a:cxnLst/>
                <a:rect l="l" t="t" r="r" b="b"/>
                <a:pathLst>
                  <a:path w="6469" h="6140" extrusionOk="0">
                    <a:moveTo>
                      <a:pt x="4809" y="1"/>
                    </a:moveTo>
                    <a:lnTo>
                      <a:pt x="0" y="1860"/>
                    </a:lnTo>
                    <a:cubicBezTo>
                      <a:pt x="610" y="3440"/>
                      <a:pt x="1510" y="4890"/>
                      <a:pt x="2650" y="6139"/>
                    </a:cubicBezTo>
                    <a:lnTo>
                      <a:pt x="6469" y="2670"/>
                    </a:lnTo>
                    <a:cubicBezTo>
                      <a:pt x="5749" y="1890"/>
                      <a:pt x="5189" y="981"/>
                      <a:pt x="48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38"/>
              <p:cNvSpPr/>
              <p:nvPr/>
            </p:nvSpPr>
            <p:spPr>
              <a:xfrm>
                <a:off x="7346712" y="2367788"/>
                <a:ext cx="439195" cy="410470"/>
              </a:xfrm>
              <a:custGeom>
                <a:avLst/>
                <a:gdLst/>
                <a:ahLst/>
                <a:cxnLst/>
                <a:rect l="l" t="t" r="r" b="b"/>
                <a:pathLst>
                  <a:path w="5379" h="5040" extrusionOk="0">
                    <a:moveTo>
                      <a:pt x="5069" y="0"/>
                    </a:moveTo>
                    <a:lnTo>
                      <a:pt x="0" y="950"/>
                    </a:lnTo>
                    <a:cubicBezTo>
                      <a:pt x="190" y="1990"/>
                      <a:pt x="190" y="3050"/>
                      <a:pt x="0" y="4089"/>
                    </a:cubicBezTo>
                    <a:lnTo>
                      <a:pt x="5069" y="5039"/>
                    </a:lnTo>
                    <a:cubicBezTo>
                      <a:pt x="5379" y="3369"/>
                      <a:pt x="5379" y="1660"/>
                      <a:pt x="50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38"/>
              <p:cNvSpPr/>
              <p:nvPr/>
            </p:nvSpPr>
            <p:spPr>
              <a:xfrm>
                <a:off x="5833248" y="3041969"/>
                <a:ext cx="516028" cy="530109"/>
              </a:xfrm>
              <a:custGeom>
                <a:avLst/>
                <a:gdLst/>
                <a:ahLst/>
                <a:cxnLst/>
                <a:rect l="l" t="t" r="r" b="b"/>
                <a:pathLst>
                  <a:path w="6320" h="6509" extrusionOk="0">
                    <a:moveTo>
                      <a:pt x="3820" y="0"/>
                    </a:moveTo>
                    <a:lnTo>
                      <a:pt x="1" y="3469"/>
                    </a:lnTo>
                    <a:cubicBezTo>
                      <a:pt x="1140" y="4729"/>
                      <a:pt x="2510" y="5749"/>
                      <a:pt x="4020" y="6509"/>
                    </a:cubicBezTo>
                    <a:lnTo>
                      <a:pt x="6319" y="1890"/>
                    </a:lnTo>
                    <a:cubicBezTo>
                      <a:pt x="5379" y="1420"/>
                      <a:pt x="4530" y="780"/>
                      <a:pt x="382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38"/>
              <p:cNvSpPr/>
              <p:nvPr/>
            </p:nvSpPr>
            <p:spPr>
              <a:xfrm>
                <a:off x="6557320" y="3242236"/>
                <a:ext cx="409066" cy="447119"/>
              </a:xfrm>
              <a:custGeom>
                <a:avLst/>
                <a:gdLst/>
                <a:ahLst/>
                <a:cxnLst/>
                <a:rect l="l" t="t" r="r" b="b"/>
                <a:pathLst>
                  <a:path w="5010" h="5490" extrusionOk="0">
                    <a:moveTo>
                      <a:pt x="1260" y="331"/>
                    </a:moveTo>
                    <a:cubicBezTo>
                      <a:pt x="1000" y="331"/>
                      <a:pt x="730" y="311"/>
                      <a:pt x="480" y="291"/>
                    </a:cubicBezTo>
                    <a:lnTo>
                      <a:pt x="0" y="5429"/>
                    </a:lnTo>
                    <a:cubicBezTo>
                      <a:pt x="420" y="5469"/>
                      <a:pt x="840" y="5489"/>
                      <a:pt x="1260" y="5489"/>
                    </a:cubicBezTo>
                    <a:cubicBezTo>
                      <a:pt x="2530" y="5489"/>
                      <a:pt x="3790" y="5309"/>
                      <a:pt x="5009" y="4959"/>
                    </a:cubicBezTo>
                    <a:lnTo>
                      <a:pt x="3600" y="1"/>
                    </a:lnTo>
                    <a:cubicBezTo>
                      <a:pt x="2840" y="221"/>
                      <a:pt x="2050" y="331"/>
                      <a:pt x="1260" y="3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38"/>
              <p:cNvSpPr/>
              <p:nvPr/>
            </p:nvSpPr>
            <p:spPr>
              <a:xfrm>
                <a:off x="6161399" y="3195814"/>
                <a:ext cx="435195" cy="488655"/>
              </a:xfrm>
              <a:custGeom>
                <a:avLst/>
                <a:gdLst/>
                <a:ahLst/>
                <a:cxnLst/>
                <a:rect l="l" t="t" r="r" b="b"/>
                <a:pathLst>
                  <a:path w="5330" h="6000" extrusionOk="0">
                    <a:moveTo>
                      <a:pt x="2300" y="1"/>
                    </a:moveTo>
                    <a:lnTo>
                      <a:pt x="1" y="4620"/>
                    </a:lnTo>
                    <a:cubicBezTo>
                      <a:pt x="1520" y="5379"/>
                      <a:pt x="3160" y="5839"/>
                      <a:pt x="4849" y="5999"/>
                    </a:cubicBezTo>
                    <a:lnTo>
                      <a:pt x="5329" y="861"/>
                    </a:lnTo>
                    <a:cubicBezTo>
                      <a:pt x="4270" y="761"/>
                      <a:pt x="3250" y="471"/>
                      <a:pt x="23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38"/>
              <p:cNvSpPr/>
              <p:nvPr/>
            </p:nvSpPr>
            <p:spPr>
              <a:xfrm>
                <a:off x="5611242" y="1526650"/>
                <a:ext cx="2097997" cy="2092665"/>
              </a:xfrm>
              <a:custGeom>
                <a:avLst/>
                <a:gdLst/>
                <a:ahLst/>
                <a:cxnLst/>
                <a:rect l="l" t="t" r="r" b="b"/>
                <a:pathLst>
                  <a:path w="25695" h="25695" extrusionOk="0">
                    <a:moveTo>
                      <a:pt x="21125" y="4570"/>
                    </a:moveTo>
                    <a:cubicBezTo>
                      <a:pt x="25694" y="9139"/>
                      <a:pt x="25694" y="16547"/>
                      <a:pt x="21125" y="21126"/>
                    </a:cubicBezTo>
                    <a:cubicBezTo>
                      <a:pt x="16556" y="25694"/>
                      <a:pt x="9148" y="25694"/>
                      <a:pt x="4569" y="21126"/>
                    </a:cubicBezTo>
                    <a:cubicBezTo>
                      <a:pt x="0" y="16547"/>
                      <a:pt x="0" y="9139"/>
                      <a:pt x="4569" y="4570"/>
                    </a:cubicBezTo>
                    <a:cubicBezTo>
                      <a:pt x="9148" y="1"/>
                      <a:pt x="16556" y="1"/>
                      <a:pt x="21125" y="4570"/>
                    </a:cubicBezTo>
                    <a:close/>
                  </a:path>
                </a:pathLst>
              </a:custGeom>
              <a:solidFill>
                <a:srgbClr val="FFFFFF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38"/>
              <p:cNvSpPr/>
              <p:nvPr/>
            </p:nvSpPr>
            <p:spPr>
              <a:xfrm>
                <a:off x="5753231" y="1667545"/>
                <a:ext cx="1814753" cy="1810060"/>
              </a:xfrm>
              <a:custGeom>
                <a:avLst/>
                <a:gdLst/>
                <a:ahLst/>
                <a:cxnLst/>
                <a:rect l="l" t="t" r="r" b="b"/>
                <a:pathLst>
                  <a:path w="22226" h="22225" extrusionOk="0">
                    <a:moveTo>
                      <a:pt x="18266" y="3949"/>
                    </a:moveTo>
                    <a:cubicBezTo>
                      <a:pt x="22225" y="7908"/>
                      <a:pt x="22225" y="14317"/>
                      <a:pt x="18266" y="18276"/>
                    </a:cubicBezTo>
                    <a:cubicBezTo>
                      <a:pt x="14317" y="22225"/>
                      <a:pt x="7909" y="22225"/>
                      <a:pt x="3950" y="18276"/>
                    </a:cubicBezTo>
                    <a:cubicBezTo>
                      <a:pt x="1" y="14317"/>
                      <a:pt x="1" y="7908"/>
                      <a:pt x="3950" y="3949"/>
                    </a:cubicBezTo>
                    <a:cubicBezTo>
                      <a:pt x="7909" y="0"/>
                      <a:pt x="14317" y="0"/>
                      <a:pt x="18266" y="394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38"/>
              <p:cNvSpPr/>
              <p:nvPr/>
            </p:nvSpPr>
            <p:spPr>
              <a:xfrm>
                <a:off x="6056071" y="1970430"/>
                <a:ext cx="1511913" cy="1507989"/>
              </a:xfrm>
              <a:custGeom>
                <a:avLst/>
                <a:gdLst/>
                <a:ahLst/>
                <a:cxnLst/>
                <a:rect l="l" t="t" r="r" b="b"/>
                <a:pathLst>
                  <a:path w="18517" h="18516" extrusionOk="0">
                    <a:moveTo>
                      <a:pt x="14317" y="0"/>
                    </a:moveTo>
                    <a:cubicBezTo>
                      <a:pt x="18097" y="3979"/>
                      <a:pt x="18017" y="10248"/>
                      <a:pt x="14138" y="14127"/>
                    </a:cubicBezTo>
                    <a:cubicBezTo>
                      <a:pt x="10258" y="18016"/>
                      <a:pt x="3980" y="18096"/>
                      <a:pt x="1" y="14307"/>
                    </a:cubicBezTo>
                    <a:cubicBezTo>
                      <a:pt x="3930" y="18436"/>
                      <a:pt x="10478" y="18516"/>
                      <a:pt x="14497" y="14487"/>
                    </a:cubicBezTo>
                    <a:cubicBezTo>
                      <a:pt x="18516" y="10468"/>
                      <a:pt x="18436" y="3920"/>
                      <a:pt x="14317" y="0"/>
                    </a:cubicBezTo>
                    <a:close/>
                  </a:path>
                </a:pathLst>
              </a:custGeom>
              <a:solidFill>
                <a:srgbClr val="222222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38"/>
              <p:cNvSpPr/>
              <p:nvPr/>
            </p:nvSpPr>
            <p:spPr>
              <a:xfrm>
                <a:off x="5844679" y="1752245"/>
                <a:ext cx="1545308" cy="1617122"/>
              </a:xfrm>
              <a:custGeom>
                <a:avLst/>
                <a:gdLst/>
                <a:ahLst/>
                <a:cxnLst/>
                <a:rect l="l" t="t" r="r" b="b"/>
                <a:pathLst>
                  <a:path w="18926" h="19856" extrusionOk="0">
                    <a:moveTo>
                      <a:pt x="18846" y="11047"/>
                    </a:moveTo>
                    <a:cubicBezTo>
                      <a:pt x="18626" y="10897"/>
                      <a:pt x="18686" y="10518"/>
                      <a:pt x="18426" y="10408"/>
                    </a:cubicBezTo>
                    <a:cubicBezTo>
                      <a:pt x="18366" y="10368"/>
                      <a:pt x="18296" y="10378"/>
                      <a:pt x="18236" y="10418"/>
                    </a:cubicBezTo>
                    <a:cubicBezTo>
                      <a:pt x="18106" y="10498"/>
                      <a:pt x="18166" y="10687"/>
                      <a:pt x="18076" y="10797"/>
                    </a:cubicBezTo>
                    <a:cubicBezTo>
                      <a:pt x="18006" y="10887"/>
                      <a:pt x="17876" y="10897"/>
                      <a:pt x="17806" y="10967"/>
                    </a:cubicBezTo>
                    <a:cubicBezTo>
                      <a:pt x="17706" y="11067"/>
                      <a:pt x="17716" y="11217"/>
                      <a:pt x="17706" y="11357"/>
                    </a:cubicBezTo>
                    <a:lnTo>
                      <a:pt x="17706" y="11357"/>
                    </a:lnTo>
                    <a:cubicBezTo>
                      <a:pt x="17686" y="11527"/>
                      <a:pt x="17456" y="11557"/>
                      <a:pt x="17396" y="11397"/>
                    </a:cubicBezTo>
                    <a:cubicBezTo>
                      <a:pt x="17246" y="11027"/>
                      <a:pt x="17026" y="10697"/>
                      <a:pt x="16727" y="10428"/>
                    </a:cubicBezTo>
                    <a:cubicBezTo>
                      <a:pt x="16687" y="10388"/>
                      <a:pt x="16647" y="10358"/>
                      <a:pt x="16607" y="10328"/>
                    </a:cubicBezTo>
                    <a:cubicBezTo>
                      <a:pt x="16537" y="10298"/>
                      <a:pt x="16457" y="10278"/>
                      <a:pt x="16387" y="10268"/>
                    </a:cubicBezTo>
                    <a:cubicBezTo>
                      <a:pt x="16077" y="10218"/>
                      <a:pt x="15777" y="10128"/>
                      <a:pt x="15497" y="9998"/>
                    </a:cubicBezTo>
                    <a:cubicBezTo>
                      <a:pt x="15347" y="9928"/>
                      <a:pt x="15137" y="9848"/>
                      <a:pt x="15017" y="9978"/>
                    </a:cubicBezTo>
                    <a:cubicBezTo>
                      <a:pt x="15187" y="10178"/>
                      <a:pt x="15407" y="10368"/>
                      <a:pt x="15667" y="10338"/>
                    </a:cubicBezTo>
                    <a:cubicBezTo>
                      <a:pt x="15737" y="10338"/>
                      <a:pt x="15807" y="10308"/>
                      <a:pt x="15877" y="10378"/>
                    </a:cubicBezTo>
                    <a:cubicBezTo>
                      <a:pt x="15927" y="10438"/>
                      <a:pt x="15947" y="10508"/>
                      <a:pt x="15927" y="10578"/>
                    </a:cubicBezTo>
                    <a:cubicBezTo>
                      <a:pt x="15897" y="10687"/>
                      <a:pt x="15817" y="10777"/>
                      <a:pt x="15717" y="10847"/>
                    </a:cubicBezTo>
                    <a:cubicBezTo>
                      <a:pt x="15447" y="11047"/>
                      <a:pt x="15117" y="11187"/>
                      <a:pt x="14777" y="11247"/>
                    </a:cubicBezTo>
                    <a:cubicBezTo>
                      <a:pt x="14597" y="10867"/>
                      <a:pt x="14387" y="10508"/>
                      <a:pt x="14157" y="10158"/>
                    </a:cubicBezTo>
                    <a:cubicBezTo>
                      <a:pt x="14117" y="10088"/>
                      <a:pt x="14027" y="10078"/>
                      <a:pt x="13977" y="10128"/>
                    </a:cubicBezTo>
                    <a:cubicBezTo>
                      <a:pt x="13937" y="10178"/>
                      <a:pt x="13957" y="10228"/>
                      <a:pt x="13977" y="10278"/>
                    </a:cubicBezTo>
                    <a:lnTo>
                      <a:pt x="14367" y="11097"/>
                    </a:lnTo>
                    <a:cubicBezTo>
                      <a:pt x="14407" y="11187"/>
                      <a:pt x="14467" y="11267"/>
                      <a:pt x="14537" y="11347"/>
                    </a:cubicBezTo>
                    <a:cubicBezTo>
                      <a:pt x="14747" y="11547"/>
                      <a:pt x="15087" y="11467"/>
                      <a:pt x="15367" y="11387"/>
                    </a:cubicBezTo>
                    <a:cubicBezTo>
                      <a:pt x="15317" y="11757"/>
                      <a:pt x="15107" y="12097"/>
                      <a:pt x="14807" y="12317"/>
                    </a:cubicBezTo>
                    <a:cubicBezTo>
                      <a:pt x="14607" y="12467"/>
                      <a:pt x="14337" y="12597"/>
                      <a:pt x="14307" y="12837"/>
                    </a:cubicBezTo>
                    <a:cubicBezTo>
                      <a:pt x="14287" y="12997"/>
                      <a:pt x="14367" y="13137"/>
                      <a:pt x="14427" y="13287"/>
                    </a:cubicBezTo>
                    <a:cubicBezTo>
                      <a:pt x="14487" y="13427"/>
                      <a:pt x="14507" y="13607"/>
                      <a:pt x="14397" y="13717"/>
                    </a:cubicBezTo>
                    <a:cubicBezTo>
                      <a:pt x="14347" y="13767"/>
                      <a:pt x="14287" y="13797"/>
                      <a:pt x="14217" y="13827"/>
                    </a:cubicBezTo>
                    <a:cubicBezTo>
                      <a:pt x="13987" y="13947"/>
                      <a:pt x="13827" y="14187"/>
                      <a:pt x="13817" y="14447"/>
                    </a:cubicBezTo>
                    <a:cubicBezTo>
                      <a:pt x="13817" y="14647"/>
                      <a:pt x="13887" y="14856"/>
                      <a:pt x="13467" y="15016"/>
                    </a:cubicBezTo>
                    <a:cubicBezTo>
                      <a:pt x="13327" y="15066"/>
                      <a:pt x="13187" y="15086"/>
                      <a:pt x="13047" y="15076"/>
                    </a:cubicBezTo>
                    <a:cubicBezTo>
                      <a:pt x="12987" y="15076"/>
                      <a:pt x="12927" y="15056"/>
                      <a:pt x="12887" y="15036"/>
                    </a:cubicBezTo>
                    <a:cubicBezTo>
                      <a:pt x="12777" y="14956"/>
                      <a:pt x="12777" y="14806"/>
                      <a:pt x="12758" y="14677"/>
                    </a:cubicBezTo>
                    <a:cubicBezTo>
                      <a:pt x="12668" y="14207"/>
                      <a:pt x="12118" y="13827"/>
                      <a:pt x="12258" y="13367"/>
                    </a:cubicBezTo>
                    <a:cubicBezTo>
                      <a:pt x="12298" y="13267"/>
                      <a:pt x="12328" y="13167"/>
                      <a:pt x="12348" y="13067"/>
                    </a:cubicBezTo>
                    <a:cubicBezTo>
                      <a:pt x="12348" y="12867"/>
                      <a:pt x="12148" y="12727"/>
                      <a:pt x="12038" y="12557"/>
                    </a:cubicBezTo>
                    <a:cubicBezTo>
                      <a:pt x="11938" y="12397"/>
                      <a:pt x="11918" y="12197"/>
                      <a:pt x="11988" y="12017"/>
                    </a:cubicBezTo>
                    <a:cubicBezTo>
                      <a:pt x="11928" y="12087"/>
                      <a:pt x="11808" y="12057"/>
                      <a:pt x="11728" y="11997"/>
                    </a:cubicBezTo>
                    <a:cubicBezTo>
                      <a:pt x="11658" y="11937"/>
                      <a:pt x="11608" y="11857"/>
                      <a:pt x="11508" y="11817"/>
                    </a:cubicBezTo>
                    <a:cubicBezTo>
                      <a:pt x="11408" y="11787"/>
                      <a:pt x="11308" y="11787"/>
                      <a:pt x="11218" y="11817"/>
                    </a:cubicBezTo>
                    <a:cubicBezTo>
                      <a:pt x="10788" y="11877"/>
                      <a:pt x="10358" y="11707"/>
                      <a:pt x="10078" y="11377"/>
                    </a:cubicBezTo>
                    <a:cubicBezTo>
                      <a:pt x="9818" y="11027"/>
                      <a:pt x="9808" y="10548"/>
                      <a:pt x="10068" y="10198"/>
                    </a:cubicBezTo>
                    <a:cubicBezTo>
                      <a:pt x="10248" y="9968"/>
                      <a:pt x="10518" y="9848"/>
                      <a:pt x="10728" y="9658"/>
                    </a:cubicBezTo>
                    <a:cubicBezTo>
                      <a:pt x="10848" y="9548"/>
                      <a:pt x="10988" y="9488"/>
                      <a:pt x="11148" y="9468"/>
                    </a:cubicBezTo>
                    <a:cubicBezTo>
                      <a:pt x="11378" y="9448"/>
                      <a:pt x="11638" y="9248"/>
                      <a:pt x="11888" y="9218"/>
                    </a:cubicBezTo>
                    <a:cubicBezTo>
                      <a:pt x="11968" y="9208"/>
                      <a:pt x="12048" y="9228"/>
                      <a:pt x="12098" y="9298"/>
                    </a:cubicBezTo>
                    <a:cubicBezTo>
                      <a:pt x="12118" y="9348"/>
                      <a:pt x="12128" y="9398"/>
                      <a:pt x="12138" y="9458"/>
                    </a:cubicBezTo>
                    <a:cubicBezTo>
                      <a:pt x="12178" y="9658"/>
                      <a:pt x="12428" y="9738"/>
                      <a:pt x="12638" y="9708"/>
                    </a:cubicBezTo>
                    <a:cubicBezTo>
                      <a:pt x="12837" y="9678"/>
                      <a:pt x="13037" y="9598"/>
                      <a:pt x="13237" y="9608"/>
                    </a:cubicBezTo>
                    <a:cubicBezTo>
                      <a:pt x="13487" y="9638"/>
                      <a:pt x="13707" y="9818"/>
                      <a:pt x="13967" y="9708"/>
                    </a:cubicBezTo>
                    <a:cubicBezTo>
                      <a:pt x="14097" y="9668"/>
                      <a:pt x="14147" y="9518"/>
                      <a:pt x="14087" y="9398"/>
                    </a:cubicBezTo>
                    <a:cubicBezTo>
                      <a:pt x="13947" y="9178"/>
                      <a:pt x="13517" y="9428"/>
                      <a:pt x="13357" y="9218"/>
                    </a:cubicBezTo>
                    <a:cubicBezTo>
                      <a:pt x="13297" y="9148"/>
                      <a:pt x="13297" y="9048"/>
                      <a:pt x="13257" y="8968"/>
                    </a:cubicBezTo>
                    <a:cubicBezTo>
                      <a:pt x="13217" y="8898"/>
                      <a:pt x="13087" y="8848"/>
                      <a:pt x="13047" y="8928"/>
                    </a:cubicBezTo>
                    <a:cubicBezTo>
                      <a:pt x="13117" y="9038"/>
                      <a:pt x="13057" y="9178"/>
                      <a:pt x="12927" y="9208"/>
                    </a:cubicBezTo>
                    <a:cubicBezTo>
                      <a:pt x="12847" y="8858"/>
                      <a:pt x="12588" y="8568"/>
                      <a:pt x="12238" y="8458"/>
                    </a:cubicBezTo>
                    <a:cubicBezTo>
                      <a:pt x="12178" y="8548"/>
                      <a:pt x="12238" y="8668"/>
                      <a:pt x="12308" y="8738"/>
                    </a:cubicBezTo>
                    <a:cubicBezTo>
                      <a:pt x="12388" y="8818"/>
                      <a:pt x="12478" y="8888"/>
                      <a:pt x="12488" y="8988"/>
                    </a:cubicBezTo>
                    <a:cubicBezTo>
                      <a:pt x="12508" y="9088"/>
                      <a:pt x="12368" y="9198"/>
                      <a:pt x="12298" y="9118"/>
                    </a:cubicBezTo>
                    <a:cubicBezTo>
                      <a:pt x="12268" y="8888"/>
                      <a:pt x="12138" y="8678"/>
                      <a:pt x="11928" y="8568"/>
                    </a:cubicBezTo>
                    <a:cubicBezTo>
                      <a:pt x="11888" y="8648"/>
                      <a:pt x="11778" y="8648"/>
                      <a:pt x="11688" y="8668"/>
                    </a:cubicBezTo>
                    <a:cubicBezTo>
                      <a:pt x="11528" y="8708"/>
                      <a:pt x="11398" y="8828"/>
                      <a:pt x="11358" y="8978"/>
                    </a:cubicBezTo>
                    <a:cubicBezTo>
                      <a:pt x="11348" y="9058"/>
                      <a:pt x="11328" y="9118"/>
                      <a:pt x="11288" y="9188"/>
                    </a:cubicBezTo>
                    <a:cubicBezTo>
                      <a:pt x="11238" y="9238"/>
                      <a:pt x="11168" y="9268"/>
                      <a:pt x="11088" y="9268"/>
                    </a:cubicBezTo>
                    <a:cubicBezTo>
                      <a:pt x="10868" y="9288"/>
                      <a:pt x="10618" y="9198"/>
                      <a:pt x="10558" y="8968"/>
                    </a:cubicBezTo>
                    <a:cubicBezTo>
                      <a:pt x="10518" y="8858"/>
                      <a:pt x="10558" y="8728"/>
                      <a:pt x="10648" y="8648"/>
                    </a:cubicBezTo>
                    <a:cubicBezTo>
                      <a:pt x="10818" y="8518"/>
                      <a:pt x="11018" y="8678"/>
                      <a:pt x="11198" y="8618"/>
                    </a:cubicBezTo>
                    <a:cubicBezTo>
                      <a:pt x="11258" y="8598"/>
                      <a:pt x="11298" y="8538"/>
                      <a:pt x="11308" y="8478"/>
                    </a:cubicBezTo>
                    <a:cubicBezTo>
                      <a:pt x="11308" y="8438"/>
                      <a:pt x="11288" y="8398"/>
                      <a:pt x="11258" y="8368"/>
                    </a:cubicBezTo>
                    <a:cubicBezTo>
                      <a:pt x="11128" y="8248"/>
                      <a:pt x="11168" y="8038"/>
                      <a:pt x="11328" y="7978"/>
                    </a:cubicBezTo>
                    <a:cubicBezTo>
                      <a:pt x="11448" y="7938"/>
                      <a:pt x="11558" y="7888"/>
                      <a:pt x="11668" y="7838"/>
                    </a:cubicBezTo>
                    <a:cubicBezTo>
                      <a:pt x="11658" y="7678"/>
                      <a:pt x="11838" y="7558"/>
                      <a:pt x="12008" y="7538"/>
                    </a:cubicBezTo>
                    <a:cubicBezTo>
                      <a:pt x="12178" y="7528"/>
                      <a:pt x="12338" y="7578"/>
                      <a:pt x="12508" y="7568"/>
                    </a:cubicBezTo>
                    <a:cubicBezTo>
                      <a:pt x="12678" y="7558"/>
                      <a:pt x="12857" y="7438"/>
                      <a:pt x="12857" y="7278"/>
                    </a:cubicBezTo>
                    <a:cubicBezTo>
                      <a:pt x="12857" y="7198"/>
                      <a:pt x="12817" y="7098"/>
                      <a:pt x="12867" y="7028"/>
                    </a:cubicBezTo>
                    <a:cubicBezTo>
                      <a:pt x="12957" y="6908"/>
                      <a:pt x="13237" y="7018"/>
                      <a:pt x="13237" y="6848"/>
                    </a:cubicBezTo>
                    <a:cubicBezTo>
                      <a:pt x="13237" y="6718"/>
                      <a:pt x="13137" y="6678"/>
                      <a:pt x="13027" y="6718"/>
                    </a:cubicBezTo>
                    <a:cubicBezTo>
                      <a:pt x="12847" y="6778"/>
                      <a:pt x="12688" y="6589"/>
                      <a:pt x="12777" y="6419"/>
                    </a:cubicBezTo>
                    <a:cubicBezTo>
                      <a:pt x="12807" y="6359"/>
                      <a:pt x="12867" y="6319"/>
                      <a:pt x="12897" y="6259"/>
                    </a:cubicBezTo>
                    <a:cubicBezTo>
                      <a:pt x="12937" y="6199"/>
                      <a:pt x="12907" y="6099"/>
                      <a:pt x="12837" y="6099"/>
                    </a:cubicBezTo>
                    <a:cubicBezTo>
                      <a:pt x="12538" y="6139"/>
                      <a:pt x="12388" y="6509"/>
                      <a:pt x="12438" y="6808"/>
                    </a:cubicBezTo>
                    <a:cubicBezTo>
                      <a:pt x="12478" y="6928"/>
                      <a:pt x="12478" y="7058"/>
                      <a:pt x="12438" y="7178"/>
                    </a:cubicBezTo>
                    <a:cubicBezTo>
                      <a:pt x="12408" y="7248"/>
                      <a:pt x="12338" y="7278"/>
                      <a:pt x="12268" y="7268"/>
                    </a:cubicBezTo>
                    <a:cubicBezTo>
                      <a:pt x="12158" y="7258"/>
                      <a:pt x="12148" y="7128"/>
                      <a:pt x="12068" y="7058"/>
                    </a:cubicBezTo>
                    <a:cubicBezTo>
                      <a:pt x="11958" y="6948"/>
                      <a:pt x="11748" y="6988"/>
                      <a:pt x="11708" y="6768"/>
                    </a:cubicBezTo>
                    <a:cubicBezTo>
                      <a:pt x="11698" y="6708"/>
                      <a:pt x="11698" y="6648"/>
                      <a:pt x="11728" y="6589"/>
                    </a:cubicBezTo>
                    <a:cubicBezTo>
                      <a:pt x="11808" y="6429"/>
                      <a:pt x="11968" y="6329"/>
                      <a:pt x="12058" y="6169"/>
                    </a:cubicBezTo>
                    <a:cubicBezTo>
                      <a:pt x="12178" y="5979"/>
                      <a:pt x="12158" y="5719"/>
                      <a:pt x="12278" y="5519"/>
                    </a:cubicBezTo>
                    <a:cubicBezTo>
                      <a:pt x="12418" y="5289"/>
                      <a:pt x="12718" y="5199"/>
                      <a:pt x="12977" y="5239"/>
                    </a:cubicBezTo>
                    <a:cubicBezTo>
                      <a:pt x="13297" y="5279"/>
                      <a:pt x="13567" y="5459"/>
                      <a:pt x="13837" y="5619"/>
                    </a:cubicBezTo>
                    <a:cubicBezTo>
                      <a:pt x="13927" y="5659"/>
                      <a:pt x="13967" y="5779"/>
                      <a:pt x="13917" y="5869"/>
                    </a:cubicBezTo>
                    <a:cubicBezTo>
                      <a:pt x="13807" y="6029"/>
                      <a:pt x="13547" y="5839"/>
                      <a:pt x="13427" y="5949"/>
                    </a:cubicBezTo>
                    <a:cubicBezTo>
                      <a:pt x="13427" y="6129"/>
                      <a:pt x="13647" y="6239"/>
                      <a:pt x="13817" y="6209"/>
                    </a:cubicBezTo>
                    <a:cubicBezTo>
                      <a:pt x="13997" y="6169"/>
                      <a:pt x="14147" y="6069"/>
                      <a:pt x="14277" y="5939"/>
                    </a:cubicBezTo>
                    <a:lnTo>
                      <a:pt x="14807" y="5469"/>
                    </a:lnTo>
                    <a:cubicBezTo>
                      <a:pt x="14977" y="5309"/>
                      <a:pt x="15247" y="5159"/>
                      <a:pt x="15417" y="5299"/>
                    </a:cubicBezTo>
                    <a:cubicBezTo>
                      <a:pt x="15537" y="5389"/>
                      <a:pt x="15707" y="5409"/>
                      <a:pt x="15847" y="5349"/>
                    </a:cubicBezTo>
                    <a:cubicBezTo>
                      <a:pt x="16047" y="5259"/>
                      <a:pt x="16047" y="5059"/>
                      <a:pt x="16057" y="4889"/>
                    </a:cubicBezTo>
                    <a:cubicBezTo>
                      <a:pt x="16047" y="4769"/>
                      <a:pt x="16077" y="4639"/>
                      <a:pt x="16157" y="4539"/>
                    </a:cubicBezTo>
                    <a:cubicBezTo>
                      <a:pt x="16237" y="4469"/>
                      <a:pt x="16347" y="4439"/>
                      <a:pt x="16397" y="4349"/>
                    </a:cubicBezTo>
                    <a:cubicBezTo>
                      <a:pt x="16417" y="4279"/>
                      <a:pt x="16417" y="4199"/>
                      <a:pt x="16417" y="4129"/>
                    </a:cubicBezTo>
                    <a:cubicBezTo>
                      <a:pt x="16427" y="4039"/>
                      <a:pt x="16467" y="3959"/>
                      <a:pt x="16527" y="3889"/>
                    </a:cubicBezTo>
                    <a:cubicBezTo>
                      <a:pt x="12837" y="0"/>
                      <a:pt x="6569" y="210"/>
                      <a:pt x="3140" y="4339"/>
                    </a:cubicBezTo>
                    <a:lnTo>
                      <a:pt x="3140" y="4339"/>
                    </a:lnTo>
                    <a:cubicBezTo>
                      <a:pt x="3300" y="4399"/>
                      <a:pt x="3630" y="4309"/>
                      <a:pt x="3780" y="4399"/>
                    </a:cubicBezTo>
                    <a:cubicBezTo>
                      <a:pt x="3990" y="4539"/>
                      <a:pt x="4120" y="4809"/>
                      <a:pt x="4370" y="4879"/>
                    </a:cubicBezTo>
                    <a:cubicBezTo>
                      <a:pt x="4460" y="4889"/>
                      <a:pt x="4550" y="4899"/>
                      <a:pt x="4649" y="4889"/>
                    </a:cubicBezTo>
                    <a:cubicBezTo>
                      <a:pt x="4959" y="4899"/>
                      <a:pt x="5249" y="5089"/>
                      <a:pt x="5389" y="5369"/>
                    </a:cubicBezTo>
                    <a:cubicBezTo>
                      <a:pt x="5499" y="5659"/>
                      <a:pt x="5389" y="6029"/>
                      <a:pt x="5089" y="6139"/>
                    </a:cubicBezTo>
                    <a:cubicBezTo>
                      <a:pt x="4450" y="5899"/>
                      <a:pt x="4170" y="6908"/>
                      <a:pt x="4839" y="7038"/>
                    </a:cubicBezTo>
                    <a:cubicBezTo>
                      <a:pt x="4919" y="7038"/>
                      <a:pt x="4989" y="7058"/>
                      <a:pt x="5059" y="7078"/>
                    </a:cubicBezTo>
                    <a:cubicBezTo>
                      <a:pt x="5139" y="7138"/>
                      <a:pt x="5209" y="7198"/>
                      <a:pt x="5269" y="7278"/>
                    </a:cubicBezTo>
                    <a:cubicBezTo>
                      <a:pt x="5339" y="7368"/>
                      <a:pt x="5459" y="7398"/>
                      <a:pt x="5559" y="7338"/>
                    </a:cubicBezTo>
                    <a:cubicBezTo>
                      <a:pt x="5609" y="7298"/>
                      <a:pt x="5649" y="7248"/>
                      <a:pt x="5659" y="7188"/>
                    </a:cubicBezTo>
                    <a:cubicBezTo>
                      <a:pt x="5699" y="7028"/>
                      <a:pt x="5629" y="6878"/>
                      <a:pt x="5599" y="6718"/>
                    </a:cubicBezTo>
                    <a:cubicBezTo>
                      <a:pt x="5579" y="6569"/>
                      <a:pt x="5609" y="6399"/>
                      <a:pt x="5759" y="6349"/>
                    </a:cubicBezTo>
                    <a:cubicBezTo>
                      <a:pt x="5859" y="6329"/>
                      <a:pt x="5959" y="6349"/>
                      <a:pt x="6029" y="6429"/>
                    </a:cubicBezTo>
                    <a:cubicBezTo>
                      <a:pt x="6129" y="6539"/>
                      <a:pt x="6189" y="6688"/>
                      <a:pt x="6199" y="6838"/>
                    </a:cubicBezTo>
                    <a:lnTo>
                      <a:pt x="6199" y="6838"/>
                    </a:lnTo>
                    <a:cubicBezTo>
                      <a:pt x="6409" y="6738"/>
                      <a:pt x="6669" y="6868"/>
                      <a:pt x="6709" y="7108"/>
                    </a:cubicBezTo>
                    <a:lnTo>
                      <a:pt x="6709" y="7138"/>
                    </a:lnTo>
                    <a:cubicBezTo>
                      <a:pt x="6739" y="7278"/>
                      <a:pt x="6789" y="7408"/>
                      <a:pt x="6869" y="7528"/>
                    </a:cubicBezTo>
                    <a:cubicBezTo>
                      <a:pt x="6929" y="7608"/>
                      <a:pt x="6979" y="7688"/>
                      <a:pt x="7019" y="7788"/>
                    </a:cubicBezTo>
                    <a:cubicBezTo>
                      <a:pt x="7069" y="7998"/>
                      <a:pt x="6919" y="8208"/>
                      <a:pt x="6709" y="8238"/>
                    </a:cubicBezTo>
                    <a:cubicBezTo>
                      <a:pt x="6569" y="8248"/>
                      <a:pt x="6409" y="8178"/>
                      <a:pt x="6299" y="8248"/>
                    </a:cubicBezTo>
                    <a:cubicBezTo>
                      <a:pt x="6279" y="8258"/>
                      <a:pt x="6269" y="8268"/>
                      <a:pt x="6259" y="8278"/>
                    </a:cubicBezTo>
                    <a:cubicBezTo>
                      <a:pt x="6119" y="8488"/>
                      <a:pt x="6069" y="8708"/>
                      <a:pt x="5849" y="8698"/>
                    </a:cubicBezTo>
                    <a:cubicBezTo>
                      <a:pt x="5699" y="8688"/>
                      <a:pt x="5539" y="8718"/>
                      <a:pt x="5399" y="8778"/>
                    </a:cubicBezTo>
                    <a:cubicBezTo>
                      <a:pt x="5349" y="8798"/>
                      <a:pt x="5299" y="8828"/>
                      <a:pt x="5279" y="8888"/>
                    </a:cubicBezTo>
                    <a:cubicBezTo>
                      <a:pt x="5249" y="8948"/>
                      <a:pt x="5299" y="9018"/>
                      <a:pt x="5319" y="9088"/>
                    </a:cubicBezTo>
                    <a:cubicBezTo>
                      <a:pt x="5349" y="9218"/>
                      <a:pt x="5299" y="9358"/>
                      <a:pt x="5199" y="9448"/>
                    </a:cubicBezTo>
                    <a:cubicBezTo>
                      <a:pt x="5109" y="9538"/>
                      <a:pt x="5019" y="9668"/>
                      <a:pt x="4889" y="9668"/>
                    </a:cubicBezTo>
                    <a:cubicBezTo>
                      <a:pt x="4759" y="9668"/>
                      <a:pt x="4639" y="9748"/>
                      <a:pt x="4599" y="9878"/>
                    </a:cubicBezTo>
                    <a:cubicBezTo>
                      <a:pt x="4580" y="9928"/>
                      <a:pt x="4580" y="9988"/>
                      <a:pt x="4570" y="10038"/>
                    </a:cubicBezTo>
                    <a:cubicBezTo>
                      <a:pt x="4560" y="10088"/>
                      <a:pt x="4530" y="10138"/>
                      <a:pt x="4490" y="10168"/>
                    </a:cubicBezTo>
                    <a:cubicBezTo>
                      <a:pt x="4430" y="10198"/>
                      <a:pt x="4360" y="10168"/>
                      <a:pt x="4350" y="10098"/>
                    </a:cubicBezTo>
                    <a:cubicBezTo>
                      <a:pt x="4320" y="9908"/>
                      <a:pt x="4110" y="9768"/>
                      <a:pt x="3900" y="9758"/>
                    </a:cubicBezTo>
                    <a:cubicBezTo>
                      <a:pt x="3620" y="9748"/>
                      <a:pt x="3320" y="9968"/>
                      <a:pt x="3330" y="10278"/>
                    </a:cubicBezTo>
                    <a:cubicBezTo>
                      <a:pt x="3340" y="10358"/>
                      <a:pt x="3360" y="10438"/>
                      <a:pt x="3410" y="10508"/>
                    </a:cubicBezTo>
                    <a:cubicBezTo>
                      <a:pt x="3530" y="10687"/>
                      <a:pt x="3720" y="10697"/>
                      <a:pt x="3890" y="10707"/>
                    </a:cubicBezTo>
                    <a:cubicBezTo>
                      <a:pt x="4010" y="10697"/>
                      <a:pt x="4120" y="10717"/>
                      <a:pt x="4230" y="10757"/>
                    </a:cubicBezTo>
                    <a:cubicBezTo>
                      <a:pt x="4330" y="10807"/>
                      <a:pt x="4400" y="10907"/>
                      <a:pt x="4400" y="11027"/>
                    </a:cubicBezTo>
                    <a:cubicBezTo>
                      <a:pt x="4390" y="11097"/>
                      <a:pt x="4350" y="11177"/>
                      <a:pt x="4400" y="11227"/>
                    </a:cubicBezTo>
                    <a:cubicBezTo>
                      <a:pt x="4430" y="11257"/>
                      <a:pt x="4480" y="11247"/>
                      <a:pt x="4520" y="11267"/>
                    </a:cubicBezTo>
                    <a:cubicBezTo>
                      <a:pt x="4590" y="11297"/>
                      <a:pt x="4609" y="11387"/>
                      <a:pt x="4649" y="11457"/>
                    </a:cubicBezTo>
                    <a:cubicBezTo>
                      <a:pt x="4749" y="11547"/>
                      <a:pt x="4889" y="11587"/>
                      <a:pt x="5009" y="11547"/>
                    </a:cubicBezTo>
                    <a:cubicBezTo>
                      <a:pt x="5049" y="11307"/>
                      <a:pt x="5309" y="11167"/>
                      <a:pt x="5529" y="11267"/>
                    </a:cubicBezTo>
                    <a:cubicBezTo>
                      <a:pt x="5629" y="11317"/>
                      <a:pt x="5709" y="11427"/>
                      <a:pt x="5819" y="11397"/>
                    </a:cubicBezTo>
                    <a:cubicBezTo>
                      <a:pt x="5859" y="11387"/>
                      <a:pt x="5899" y="11377"/>
                      <a:pt x="5939" y="11357"/>
                    </a:cubicBezTo>
                    <a:cubicBezTo>
                      <a:pt x="6039" y="11337"/>
                      <a:pt x="6139" y="11357"/>
                      <a:pt x="6229" y="11417"/>
                    </a:cubicBezTo>
                    <a:cubicBezTo>
                      <a:pt x="6489" y="11507"/>
                      <a:pt x="6719" y="11657"/>
                      <a:pt x="6909" y="11857"/>
                    </a:cubicBezTo>
                    <a:cubicBezTo>
                      <a:pt x="6999" y="11987"/>
                      <a:pt x="7109" y="12107"/>
                      <a:pt x="7229" y="12217"/>
                    </a:cubicBezTo>
                    <a:cubicBezTo>
                      <a:pt x="7379" y="12307"/>
                      <a:pt x="7549" y="12357"/>
                      <a:pt x="7729" y="12347"/>
                    </a:cubicBezTo>
                    <a:cubicBezTo>
                      <a:pt x="7909" y="12337"/>
                      <a:pt x="8089" y="12367"/>
                      <a:pt x="8249" y="12437"/>
                    </a:cubicBezTo>
                    <a:cubicBezTo>
                      <a:pt x="8429" y="12557"/>
                      <a:pt x="8509" y="12777"/>
                      <a:pt x="8449" y="12987"/>
                    </a:cubicBezTo>
                    <a:cubicBezTo>
                      <a:pt x="8409" y="13097"/>
                      <a:pt x="8349" y="13217"/>
                      <a:pt x="8279" y="13307"/>
                    </a:cubicBezTo>
                    <a:cubicBezTo>
                      <a:pt x="8179" y="13407"/>
                      <a:pt x="8119" y="13517"/>
                      <a:pt x="8089" y="13647"/>
                    </a:cubicBezTo>
                    <a:cubicBezTo>
                      <a:pt x="8089" y="13737"/>
                      <a:pt x="8099" y="13827"/>
                      <a:pt x="8129" y="13917"/>
                    </a:cubicBezTo>
                    <a:cubicBezTo>
                      <a:pt x="8149" y="13987"/>
                      <a:pt x="8139" y="14067"/>
                      <a:pt x="8099" y="14137"/>
                    </a:cubicBezTo>
                    <a:cubicBezTo>
                      <a:pt x="8079" y="14207"/>
                      <a:pt x="8019" y="14257"/>
                      <a:pt x="7949" y="14287"/>
                    </a:cubicBezTo>
                    <a:cubicBezTo>
                      <a:pt x="7699" y="14327"/>
                      <a:pt x="7399" y="14167"/>
                      <a:pt x="7299" y="14547"/>
                    </a:cubicBezTo>
                    <a:cubicBezTo>
                      <a:pt x="7279" y="14617"/>
                      <a:pt x="7279" y="14687"/>
                      <a:pt x="7299" y="14756"/>
                    </a:cubicBezTo>
                    <a:cubicBezTo>
                      <a:pt x="7369" y="15076"/>
                      <a:pt x="7149" y="15376"/>
                      <a:pt x="6869" y="15506"/>
                    </a:cubicBezTo>
                    <a:cubicBezTo>
                      <a:pt x="6819" y="15526"/>
                      <a:pt x="6759" y="15556"/>
                      <a:pt x="6719" y="15596"/>
                    </a:cubicBezTo>
                    <a:cubicBezTo>
                      <a:pt x="6639" y="15696"/>
                      <a:pt x="6649" y="15876"/>
                      <a:pt x="6539" y="15926"/>
                    </a:cubicBezTo>
                    <a:cubicBezTo>
                      <a:pt x="6499" y="15936"/>
                      <a:pt x="6459" y="15936"/>
                      <a:pt x="6419" y="15946"/>
                    </a:cubicBezTo>
                    <a:cubicBezTo>
                      <a:pt x="6339" y="15986"/>
                      <a:pt x="6289" y="16066"/>
                      <a:pt x="6299" y="16156"/>
                    </a:cubicBezTo>
                    <a:cubicBezTo>
                      <a:pt x="6299" y="16236"/>
                      <a:pt x="6339" y="16326"/>
                      <a:pt x="6349" y="16406"/>
                    </a:cubicBezTo>
                    <a:cubicBezTo>
                      <a:pt x="6349" y="16496"/>
                      <a:pt x="6319" y="16586"/>
                      <a:pt x="6259" y="16656"/>
                    </a:cubicBezTo>
                    <a:cubicBezTo>
                      <a:pt x="6219" y="16696"/>
                      <a:pt x="6169" y="16746"/>
                      <a:pt x="6159" y="16806"/>
                    </a:cubicBezTo>
                    <a:cubicBezTo>
                      <a:pt x="6169" y="16856"/>
                      <a:pt x="6189" y="16906"/>
                      <a:pt x="6229" y="16946"/>
                    </a:cubicBezTo>
                    <a:cubicBezTo>
                      <a:pt x="6349" y="17076"/>
                      <a:pt x="6459" y="17206"/>
                      <a:pt x="6559" y="17356"/>
                    </a:cubicBezTo>
                    <a:cubicBezTo>
                      <a:pt x="6589" y="17406"/>
                      <a:pt x="6579" y="17466"/>
                      <a:pt x="6539" y="17506"/>
                    </a:cubicBezTo>
                    <a:cubicBezTo>
                      <a:pt x="6509" y="17546"/>
                      <a:pt x="6449" y="17566"/>
                      <a:pt x="6389" y="17556"/>
                    </a:cubicBezTo>
                    <a:cubicBezTo>
                      <a:pt x="5939" y="17366"/>
                      <a:pt x="5599" y="16976"/>
                      <a:pt x="5459" y="16496"/>
                    </a:cubicBezTo>
                    <a:cubicBezTo>
                      <a:pt x="5329" y="16026"/>
                      <a:pt x="5339" y="15526"/>
                      <a:pt x="5499" y="15066"/>
                    </a:cubicBezTo>
                    <a:cubicBezTo>
                      <a:pt x="5599" y="14826"/>
                      <a:pt x="5679" y="14567"/>
                      <a:pt x="5739" y="14317"/>
                    </a:cubicBezTo>
                    <a:cubicBezTo>
                      <a:pt x="5769" y="13987"/>
                      <a:pt x="5629" y="13667"/>
                      <a:pt x="5379" y="13457"/>
                    </a:cubicBezTo>
                    <a:cubicBezTo>
                      <a:pt x="5209" y="13357"/>
                      <a:pt x="5059" y="13237"/>
                      <a:pt x="4929" y="13097"/>
                    </a:cubicBezTo>
                    <a:cubicBezTo>
                      <a:pt x="4819" y="12997"/>
                      <a:pt x="4729" y="12867"/>
                      <a:pt x="4679" y="12727"/>
                    </a:cubicBezTo>
                    <a:cubicBezTo>
                      <a:pt x="4619" y="12577"/>
                      <a:pt x="4649" y="12417"/>
                      <a:pt x="4759" y="12307"/>
                    </a:cubicBezTo>
                    <a:cubicBezTo>
                      <a:pt x="4819" y="12247"/>
                      <a:pt x="4919" y="12207"/>
                      <a:pt x="4949" y="12127"/>
                    </a:cubicBezTo>
                    <a:cubicBezTo>
                      <a:pt x="4989" y="12027"/>
                      <a:pt x="4859" y="11907"/>
                      <a:pt x="4889" y="11797"/>
                    </a:cubicBezTo>
                    <a:cubicBezTo>
                      <a:pt x="4759" y="11817"/>
                      <a:pt x="4619" y="11757"/>
                      <a:pt x="4530" y="11647"/>
                    </a:cubicBezTo>
                    <a:cubicBezTo>
                      <a:pt x="4500" y="11607"/>
                      <a:pt x="4470" y="11567"/>
                      <a:pt x="4440" y="11527"/>
                    </a:cubicBezTo>
                    <a:cubicBezTo>
                      <a:pt x="4290" y="11387"/>
                      <a:pt x="4040" y="11447"/>
                      <a:pt x="3900" y="11307"/>
                    </a:cubicBezTo>
                    <a:cubicBezTo>
                      <a:pt x="3870" y="11277"/>
                      <a:pt x="3850" y="11247"/>
                      <a:pt x="3820" y="11217"/>
                    </a:cubicBezTo>
                    <a:cubicBezTo>
                      <a:pt x="3740" y="11167"/>
                      <a:pt x="3660" y="11137"/>
                      <a:pt x="3570" y="11127"/>
                    </a:cubicBezTo>
                    <a:cubicBezTo>
                      <a:pt x="3380" y="11107"/>
                      <a:pt x="3210" y="11057"/>
                      <a:pt x="3050" y="10957"/>
                    </a:cubicBezTo>
                    <a:cubicBezTo>
                      <a:pt x="2870" y="10807"/>
                      <a:pt x="2740" y="10608"/>
                      <a:pt x="2670" y="10388"/>
                    </a:cubicBezTo>
                    <a:cubicBezTo>
                      <a:pt x="2640" y="10258"/>
                      <a:pt x="2620" y="10118"/>
                      <a:pt x="2580" y="9998"/>
                    </a:cubicBezTo>
                    <a:cubicBezTo>
                      <a:pt x="2490" y="9738"/>
                      <a:pt x="2310" y="9518"/>
                      <a:pt x="2060" y="9398"/>
                    </a:cubicBezTo>
                    <a:cubicBezTo>
                      <a:pt x="1840" y="9268"/>
                      <a:pt x="1620" y="9078"/>
                      <a:pt x="1590" y="8828"/>
                    </a:cubicBezTo>
                    <a:cubicBezTo>
                      <a:pt x="1600" y="8688"/>
                      <a:pt x="1610" y="8548"/>
                      <a:pt x="1640" y="8408"/>
                    </a:cubicBezTo>
                    <a:cubicBezTo>
                      <a:pt x="1640" y="8238"/>
                      <a:pt x="1600" y="8068"/>
                      <a:pt x="1510" y="7928"/>
                    </a:cubicBezTo>
                    <a:cubicBezTo>
                      <a:pt x="1470" y="7848"/>
                      <a:pt x="1430" y="7758"/>
                      <a:pt x="1400" y="7678"/>
                    </a:cubicBezTo>
                    <a:cubicBezTo>
                      <a:pt x="1" y="12717"/>
                      <a:pt x="3200" y="17886"/>
                      <a:pt x="8339" y="18865"/>
                    </a:cubicBezTo>
                    <a:cubicBezTo>
                      <a:pt x="13477" y="19855"/>
                      <a:pt x="18366" y="16246"/>
                      <a:pt x="18926" y="11037"/>
                    </a:cubicBezTo>
                    <a:close/>
                    <a:moveTo>
                      <a:pt x="9028" y="5149"/>
                    </a:moveTo>
                    <a:cubicBezTo>
                      <a:pt x="8848" y="5289"/>
                      <a:pt x="8569" y="5249"/>
                      <a:pt x="8359" y="5359"/>
                    </a:cubicBezTo>
                    <a:cubicBezTo>
                      <a:pt x="8219" y="5439"/>
                      <a:pt x="8099" y="5549"/>
                      <a:pt x="7989" y="5669"/>
                    </a:cubicBezTo>
                    <a:cubicBezTo>
                      <a:pt x="7879" y="5789"/>
                      <a:pt x="7709" y="5849"/>
                      <a:pt x="7549" y="5839"/>
                    </a:cubicBezTo>
                    <a:cubicBezTo>
                      <a:pt x="7419" y="5789"/>
                      <a:pt x="7319" y="5699"/>
                      <a:pt x="7259" y="5589"/>
                    </a:cubicBezTo>
                    <a:cubicBezTo>
                      <a:pt x="7189" y="5469"/>
                      <a:pt x="7139" y="5349"/>
                      <a:pt x="7119" y="5219"/>
                    </a:cubicBezTo>
                    <a:cubicBezTo>
                      <a:pt x="7089" y="4939"/>
                      <a:pt x="7229" y="4669"/>
                      <a:pt x="7319" y="4409"/>
                    </a:cubicBezTo>
                    <a:cubicBezTo>
                      <a:pt x="7419" y="4149"/>
                      <a:pt x="7469" y="3829"/>
                      <a:pt x="7289" y="3609"/>
                    </a:cubicBezTo>
                    <a:cubicBezTo>
                      <a:pt x="7179" y="3469"/>
                      <a:pt x="7009" y="3409"/>
                      <a:pt x="6869" y="3309"/>
                    </a:cubicBezTo>
                    <a:cubicBezTo>
                      <a:pt x="6729" y="3199"/>
                      <a:pt x="6619" y="2999"/>
                      <a:pt x="6719" y="2859"/>
                    </a:cubicBezTo>
                    <a:cubicBezTo>
                      <a:pt x="6849" y="2649"/>
                      <a:pt x="7169" y="2769"/>
                      <a:pt x="7339" y="2619"/>
                    </a:cubicBezTo>
                    <a:cubicBezTo>
                      <a:pt x="7539" y="2440"/>
                      <a:pt x="7449" y="2150"/>
                      <a:pt x="7749" y="2020"/>
                    </a:cubicBezTo>
                    <a:cubicBezTo>
                      <a:pt x="7939" y="1940"/>
                      <a:pt x="8169" y="2020"/>
                      <a:pt x="8369" y="2040"/>
                    </a:cubicBezTo>
                    <a:cubicBezTo>
                      <a:pt x="8738" y="2050"/>
                      <a:pt x="9098" y="1970"/>
                      <a:pt x="9458" y="2100"/>
                    </a:cubicBezTo>
                    <a:cubicBezTo>
                      <a:pt x="9748" y="2200"/>
                      <a:pt x="10008" y="2460"/>
                      <a:pt x="10018" y="2759"/>
                    </a:cubicBezTo>
                    <a:cubicBezTo>
                      <a:pt x="10018" y="2859"/>
                      <a:pt x="9998" y="2949"/>
                      <a:pt x="9968" y="3039"/>
                    </a:cubicBezTo>
                    <a:cubicBezTo>
                      <a:pt x="9808" y="3499"/>
                      <a:pt x="9388" y="3859"/>
                      <a:pt x="9288" y="4329"/>
                    </a:cubicBezTo>
                    <a:cubicBezTo>
                      <a:pt x="9228" y="4619"/>
                      <a:pt x="9258" y="4969"/>
                      <a:pt x="9028" y="5149"/>
                    </a:cubicBezTo>
                    <a:close/>
                  </a:path>
                </a:pathLst>
              </a:custGeom>
              <a:solidFill>
                <a:srgbClr val="222222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52" name="Google Shape;252;p38"/>
            <p:cNvGrpSpPr/>
            <p:nvPr/>
          </p:nvGrpSpPr>
          <p:grpSpPr>
            <a:xfrm>
              <a:off x="5992465" y="877716"/>
              <a:ext cx="542891" cy="540778"/>
              <a:chOff x="5992465" y="877716"/>
              <a:chExt cx="542891" cy="540778"/>
            </a:xfrm>
          </p:grpSpPr>
          <p:sp>
            <p:nvSpPr>
              <p:cNvPr id="253" name="Google Shape;253;p38"/>
              <p:cNvSpPr/>
              <p:nvPr/>
            </p:nvSpPr>
            <p:spPr>
              <a:xfrm>
                <a:off x="5992465" y="877716"/>
                <a:ext cx="542891" cy="540778"/>
              </a:xfrm>
              <a:custGeom>
                <a:avLst/>
                <a:gdLst/>
                <a:ahLst/>
                <a:cxnLst/>
                <a:rect l="l" t="t" r="r" b="b"/>
                <a:pathLst>
                  <a:path w="6649" h="6640" extrusionOk="0">
                    <a:moveTo>
                      <a:pt x="4469" y="631"/>
                    </a:moveTo>
                    <a:cubicBezTo>
                      <a:pt x="5959" y="1260"/>
                      <a:pt x="6649" y="2980"/>
                      <a:pt x="6009" y="4470"/>
                    </a:cubicBezTo>
                    <a:cubicBezTo>
                      <a:pt x="5379" y="5949"/>
                      <a:pt x="3659" y="6639"/>
                      <a:pt x="2170" y="6009"/>
                    </a:cubicBezTo>
                    <a:cubicBezTo>
                      <a:pt x="690" y="5369"/>
                      <a:pt x="0" y="3650"/>
                      <a:pt x="640" y="2170"/>
                    </a:cubicBezTo>
                    <a:cubicBezTo>
                      <a:pt x="1270" y="681"/>
                      <a:pt x="2989" y="1"/>
                      <a:pt x="4469" y="63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4" name="Google Shape;254;p38"/>
              <p:cNvGrpSpPr/>
              <p:nvPr/>
            </p:nvGrpSpPr>
            <p:grpSpPr>
              <a:xfrm>
                <a:off x="6106322" y="1025950"/>
                <a:ext cx="315177" cy="244310"/>
                <a:chOff x="6117367" y="371984"/>
                <a:chExt cx="315177" cy="244310"/>
              </a:xfrm>
            </p:grpSpPr>
            <p:sp>
              <p:nvSpPr>
                <p:cNvPr id="255" name="Google Shape;255;p38"/>
                <p:cNvSpPr/>
                <p:nvPr/>
              </p:nvSpPr>
              <p:spPr>
                <a:xfrm>
                  <a:off x="6117367" y="511424"/>
                  <a:ext cx="315177" cy="1048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0" h="1614" extrusionOk="0">
                      <a:moveTo>
                        <a:pt x="1801" y="0"/>
                      </a:moveTo>
                      <a:cubicBezTo>
                        <a:pt x="1537" y="0"/>
                        <a:pt x="1332" y="111"/>
                        <a:pt x="1130" y="294"/>
                      </a:cubicBezTo>
                      <a:cubicBezTo>
                        <a:pt x="801" y="594"/>
                        <a:pt x="1" y="974"/>
                        <a:pt x="1" y="974"/>
                      </a:cubicBezTo>
                      <a:lnTo>
                        <a:pt x="391" y="1613"/>
                      </a:lnTo>
                      <a:cubicBezTo>
                        <a:pt x="391" y="1613"/>
                        <a:pt x="841" y="1334"/>
                        <a:pt x="1280" y="1084"/>
                      </a:cubicBezTo>
                      <a:cubicBezTo>
                        <a:pt x="1395" y="1017"/>
                        <a:pt x="1516" y="992"/>
                        <a:pt x="1638" y="992"/>
                      </a:cubicBezTo>
                      <a:cubicBezTo>
                        <a:pt x="1994" y="992"/>
                        <a:pt x="2364" y="1209"/>
                        <a:pt x="2640" y="1254"/>
                      </a:cubicBezTo>
                      <a:cubicBezTo>
                        <a:pt x="2673" y="1258"/>
                        <a:pt x="2706" y="1260"/>
                        <a:pt x="2740" y="1260"/>
                      </a:cubicBezTo>
                      <a:cubicBezTo>
                        <a:pt x="3095" y="1260"/>
                        <a:pt x="3541" y="1029"/>
                        <a:pt x="4170" y="674"/>
                      </a:cubicBezTo>
                      <a:cubicBezTo>
                        <a:pt x="4850" y="284"/>
                        <a:pt x="4770" y="54"/>
                        <a:pt x="4570" y="34"/>
                      </a:cubicBezTo>
                      <a:cubicBezTo>
                        <a:pt x="4567" y="34"/>
                        <a:pt x="4564" y="34"/>
                        <a:pt x="4560" y="34"/>
                      </a:cubicBezTo>
                      <a:cubicBezTo>
                        <a:pt x="4347" y="34"/>
                        <a:pt x="3600" y="354"/>
                        <a:pt x="3600" y="354"/>
                      </a:cubicBezTo>
                      <a:cubicBezTo>
                        <a:pt x="3552" y="186"/>
                        <a:pt x="3330" y="156"/>
                        <a:pt x="3078" y="156"/>
                      </a:cubicBezTo>
                      <a:cubicBezTo>
                        <a:pt x="2938" y="156"/>
                        <a:pt x="2789" y="165"/>
                        <a:pt x="2657" y="165"/>
                      </a:cubicBezTo>
                      <a:cubicBezTo>
                        <a:pt x="2529" y="165"/>
                        <a:pt x="2417" y="157"/>
                        <a:pt x="2340" y="124"/>
                      </a:cubicBezTo>
                      <a:cubicBezTo>
                        <a:pt x="2133" y="39"/>
                        <a:pt x="1957" y="0"/>
                        <a:pt x="180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" name="Google Shape;256;p38"/>
                <p:cNvSpPr/>
                <p:nvPr/>
              </p:nvSpPr>
              <p:spPr>
                <a:xfrm>
                  <a:off x="6214847" y="371984"/>
                  <a:ext cx="144917" cy="1245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0" h="1917" extrusionOk="0">
                      <a:moveTo>
                        <a:pt x="1380" y="320"/>
                      </a:moveTo>
                      <a:lnTo>
                        <a:pt x="1380" y="460"/>
                      </a:lnTo>
                      <a:cubicBezTo>
                        <a:pt x="1470" y="470"/>
                        <a:pt x="1570" y="500"/>
                        <a:pt x="1650" y="550"/>
                      </a:cubicBezTo>
                      <a:lnTo>
                        <a:pt x="1570" y="750"/>
                      </a:lnTo>
                      <a:cubicBezTo>
                        <a:pt x="1490" y="700"/>
                        <a:pt x="1400" y="670"/>
                        <a:pt x="1300" y="670"/>
                      </a:cubicBezTo>
                      <a:cubicBezTo>
                        <a:pt x="1190" y="670"/>
                        <a:pt x="1150" y="710"/>
                        <a:pt x="1150" y="760"/>
                      </a:cubicBezTo>
                      <a:cubicBezTo>
                        <a:pt x="1150" y="910"/>
                        <a:pt x="1690" y="800"/>
                        <a:pt x="1690" y="1150"/>
                      </a:cubicBezTo>
                      <a:cubicBezTo>
                        <a:pt x="1690" y="1290"/>
                        <a:pt x="1590" y="1420"/>
                        <a:pt x="1380" y="1450"/>
                      </a:cubicBezTo>
                      <a:lnTo>
                        <a:pt x="1380" y="1600"/>
                      </a:lnTo>
                      <a:lnTo>
                        <a:pt x="1210" y="1600"/>
                      </a:lnTo>
                      <a:lnTo>
                        <a:pt x="1210" y="1450"/>
                      </a:lnTo>
                      <a:cubicBezTo>
                        <a:pt x="1090" y="1450"/>
                        <a:pt x="970" y="1410"/>
                        <a:pt x="870" y="1350"/>
                      </a:cubicBezTo>
                      <a:lnTo>
                        <a:pt x="950" y="1150"/>
                      </a:lnTo>
                      <a:cubicBezTo>
                        <a:pt x="1050" y="1210"/>
                        <a:pt x="1160" y="1240"/>
                        <a:pt x="1270" y="1250"/>
                      </a:cubicBezTo>
                      <a:cubicBezTo>
                        <a:pt x="1380" y="1250"/>
                        <a:pt x="1430" y="1220"/>
                        <a:pt x="1430" y="1170"/>
                      </a:cubicBezTo>
                      <a:cubicBezTo>
                        <a:pt x="1430" y="1020"/>
                        <a:pt x="880" y="1130"/>
                        <a:pt x="880" y="770"/>
                      </a:cubicBezTo>
                      <a:cubicBezTo>
                        <a:pt x="880" y="620"/>
                        <a:pt x="990" y="490"/>
                        <a:pt x="1210" y="470"/>
                      </a:cubicBezTo>
                      <a:lnTo>
                        <a:pt x="1210" y="320"/>
                      </a:lnTo>
                      <a:close/>
                      <a:moveTo>
                        <a:pt x="1280" y="0"/>
                      </a:moveTo>
                      <a:cubicBezTo>
                        <a:pt x="430" y="0"/>
                        <a:pt x="0" y="1030"/>
                        <a:pt x="600" y="1630"/>
                      </a:cubicBezTo>
                      <a:cubicBezTo>
                        <a:pt x="798" y="1828"/>
                        <a:pt x="1040" y="1916"/>
                        <a:pt x="1275" y="1916"/>
                      </a:cubicBezTo>
                      <a:cubicBezTo>
                        <a:pt x="1765" y="1916"/>
                        <a:pt x="2230" y="1534"/>
                        <a:pt x="2230" y="960"/>
                      </a:cubicBezTo>
                      <a:cubicBezTo>
                        <a:pt x="2230" y="430"/>
                        <a:pt x="1810" y="0"/>
                        <a:pt x="128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57" name="Google Shape;257;p38"/>
            <p:cNvGrpSpPr/>
            <p:nvPr/>
          </p:nvGrpSpPr>
          <p:grpSpPr>
            <a:xfrm>
              <a:off x="7061754" y="974632"/>
              <a:ext cx="544606" cy="543140"/>
              <a:chOff x="7061754" y="974632"/>
              <a:chExt cx="544606" cy="543140"/>
            </a:xfrm>
          </p:grpSpPr>
          <p:sp>
            <p:nvSpPr>
              <p:cNvPr id="258" name="Google Shape;258;p38"/>
              <p:cNvSpPr/>
              <p:nvPr/>
            </p:nvSpPr>
            <p:spPr>
              <a:xfrm>
                <a:off x="7061754" y="974632"/>
                <a:ext cx="544606" cy="543140"/>
              </a:xfrm>
              <a:custGeom>
                <a:avLst/>
                <a:gdLst/>
                <a:ahLst/>
                <a:cxnLst/>
                <a:rect l="l" t="t" r="r" b="b"/>
                <a:pathLst>
                  <a:path w="6670" h="6669" extrusionOk="0">
                    <a:moveTo>
                      <a:pt x="4890" y="860"/>
                    </a:moveTo>
                    <a:cubicBezTo>
                      <a:pt x="6259" y="1720"/>
                      <a:pt x="6669" y="3520"/>
                      <a:pt x="5810" y="4889"/>
                    </a:cubicBezTo>
                    <a:cubicBezTo>
                      <a:pt x="4950" y="6259"/>
                      <a:pt x="3150" y="6669"/>
                      <a:pt x="1781" y="5819"/>
                    </a:cubicBezTo>
                    <a:cubicBezTo>
                      <a:pt x="411" y="4959"/>
                      <a:pt x="1" y="3150"/>
                      <a:pt x="861" y="1790"/>
                    </a:cubicBezTo>
                    <a:cubicBezTo>
                      <a:pt x="1721" y="420"/>
                      <a:pt x="3520" y="0"/>
                      <a:pt x="4890" y="86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9" name="Google Shape;259;p38"/>
              <p:cNvGrpSpPr/>
              <p:nvPr/>
            </p:nvGrpSpPr>
            <p:grpSpPr>
              <a:xfrm>
                <a:off x="7207362" y="1136893"/>
                <a:ext cx="253388" cy="218619"/>
                <a:chOff x="6677260" y="491610"/>
                <a:chExt cx="253388" cy="218619"/>
              </a:xfrm>
            </p:grpSpPr>
            <p:sp>
              <p:nvSpPr>
                <p:cNvPr id="260" name="Google Shape;260;p38"/>
                <p:cNvSpPr/>
                <p:nvPr/>
              </p:nvSpPr>
              <p:spPr>
                <a:xfrm>
                  <a:off x="6677260" y="610582"/>
                  <a:ext cx="253388" cy="99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0" h="1691" extrusionOk="0">
                      <a:moveTo>
                        <a:pt x="1" y="1"/>
                      </a:moveTo>
                      <a:cubicBezTo>
                        <a:pt x="230" y="581"/>
                        <a:pt x="680" y="1040"/>
                        <a:pt x="1260" y="1290"/>
                      </a:cubicBezTo>
                      <a:lnTo>
                        <a:pt x="1260" y="1690"/>
                      </a:lnTo>
                      <a:lnTo>
                        <a:pt x="3050" y="1690"/>
                      </a:lnTo>
                      <a:lnTo>
                        <a:pt x="3050" y="1290"/>
                      </a:lnTo>
                      <a:cubicBezTo>
                        <a:pt x="3620" y="1040"/>
                        <a:pt x="4080" y="581"/>
                        <a:pt x="4299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" name="Google Shape;261;p38"/>
                <p:cNvSpPr/>
                <p:nvPr/>
              </p:nvSpPr>
              <p:spPr>
                <a:xfrm>
                  <a:off x="6733771" y="491610"/>
                  <a:ext cx="74308" cy="98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1" h="1671" extrusionOk="0">
                      <a:moveTo>
                        <a:pt x="661" y="0"/>
                      </a:moveTo>
                      <a:cubicBezTo>
                        <a:pt x="491" y="0"/>
                        <a:pt x="491" y="250"/>
                        <a:pt x="661" y="250"/>
                      </a:cubicBezTo>
                      <a:cubicBezTo>
                        <a:pt x="951" y="270"/>
                        <a:pt x="951" y="690"/>
                        <a:pt x="661" y="710"/>
                      </a:cubicBezTo>
                      <a:cubicBezTo>
                        <a:pt x="651" y="710"/>
                        <a:pt x="642" y="709"/>
                        <a:pt x="632" y="709"/>
                      </a:cubicBezTo>
                      <a:cubicBezTo>
                        <a:pt x="1" y="709"/>
                        <a:pt x="1" y="1670"/>
                        <a:pt x="632" y="1670"/>
                      </a:cubicBezTo>
                      <a:cubicBezTo>
                        <a:pt x="642" y="1670"/>
                        <a:pt x="651" y="1670"/>
                        <a:pt x="661" y="1670"/>
                      </a:cubicBezTo>
                      <a:lnTo>
                        <a:pt x="661" y="1660"/>
                      </a:lnTo>
                      <a:cubicBezTo>
                        <a:pt x="791" y="1630"/>
                        <a:pt x="791" y="1450"/>
                        <a:pt x="661" y="1420"/>
                      </a:cubicBezTo>
                      <a:cubicBezTo>
                        <a:pt x="351" y="1420"/>
                        <a:pt x="351" y="950"/>
                        <a:pt x="661" y="950"/>
                      </a:cubicBezTo>
                      <a:cubicBezTo>
                        <a:pt x="1261" y="920"/>
                        <a:pt x="1261" y="30"/>
                        <a:pt x="66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" name="Google Shape;262;p38"/>
                <p:cNvSpPr/>
                <p:nvPr/>
              </p:nvSpPr>
              <p:spPr>
                <a:xfrm>
                  <a:off x="6796822" y="491610"/>
                  <a:ext cx="74308" cy="98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1" h="1671" extrusionOk="0">
                      <a:moveTo>
                        <a:pt x="661" y="0"/>
                      </a:moveTo>
                      <a:cubicBezTo>
                        <a:pt x="491" y="0"/>
                        <a:pt x="491" y="250"/>
                        <a:pt x="661" y="250"/>
                      </a:cubicBezTo>
                      <a:cubicBezTo>
                        <a:pt x="951" y="270"/>
                        <a:pt x="951" y="690"/>
                        <a:pt x="661" y="710"/>
                      </a:cubicBezTo>
                      <a:cubicBezTo>
                        <a:pt x="651" y="710"/>
                        <a:pt x="642" y="709"/>
                        <a:pt x="632" y="709"/>
                      </a:cubicBezTo>
                      <a:cubicBezTo>
                        <a:pt x="1" y="709"/>
                        <a:pt x="1" y="1670"/>
                        <a:pt x="632" y="1670"/>
                      </a:cubicBezTo>
                      <a:cubicBezTo>
                        <a:pt x="642" y="1670"/>
                        <a:pt x="651" y="1670"/>
                        <a:pt x="661" y="1670"/>
                      </a:cubicBezTo>
                      <a:lnTo>
                        <a:pt x="661" y="1660"/>
                      </a:lnTo>
                      <a:cubicBezTo>
                        <a:pt x="791" y="1630"/>
                        <a:pt x="791" y="1450"/>
                        <a:pt x="661" y="1420"/>
                      </a:cubicBezTo>
                      <a:cubicBezTo>
                        <a:pt x="351" y="1420"/>
                        <a:pt x="351" y="950"/>
                        <a:pt x="661" y="950"/>
                      </a:cubicBezTo>
                      <a:cubicBezTo>
                        <a:pt x="1261" y="920"/>
                        <a:pt x="1261" y="30"/>
                        <a:pt x="66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63" name="Google Shape;263;p38"/>
            <p:cNvGrpSpPr/>
            <p:nvPr/>
          </p:nvGrpSpPr>
          <p:grpSpPr>
            <a:xfrm>
              <a:off x="7885439" y="2303448"/>
              <a:ext cx="545340" cy="543140"/>
              <a:chOff x="7885439" y="2303448"/>
              <a:chExt cx="545340" cy="543140"/>
            </a:xfrm>
          </p:grpSpPr>
          <p:sp>
            <p:nvSpPr>
              <p:cNvPr id="264" name="Google Shape;264;p38"/>
              <p:cNvSpPr/>
              <p:nvPr/>
            </p:nvSpPr>
            <p:spPr>
              <a:xfrm>
                <a:off x="7885439" y="2303448"/>
                <a:ext cx="545340" cy="543140"/>
              </a:xfrm>
              <a:custGeom>
                <a:avLst/>
                <a:gdLst/>
                <a:ahLst/>
                <a:cxnLst/>
                <a:rect l="l" t="t" r="r" b="b"/>
                <a:pathLst>
                  <a:path w="6679" h="6669" extrusionOk="0">
                    <a:moveTo>
                      <a:pt x="4669" y="730"/>
                    </a:moveTo>
                    <a:cubicBezTo>
                      <a:pt x="6109" y="1460"/>
                      <a:pt x="6679" y="3220"/>
                      <a:pt x="5949" y="4659"/>
                    </a:cubicBezTo>
                    <a:cubicBezTo>
                      <a:pt x="5209" y="6099"/>
                      <a:pt x="3450" y="6669"/>
                      <a:pt x="2010" y="5939"/>
                    </a:cubicBezTo>
                    <a:cubicBezTo>
                      <a:pt x="570" y="5209"/>
                      <a:pt x="1" y="3450"/>
                      <a:pt x="740" y="2010"/>
                    </a:cubicBezTo>
                    <a:cubicBezTo>
                      <a:pt x="1470" y="570"/>
                      <a:pt x="3230" y="0"/>
                      <a:pt x="4669" y="73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65" name="Google Shape;265;p38"/>
              <p:cNvGrpSpPr/>
              <p:nvPr/>
            </p:nvGrpSpPr>
            <p:grpSpPr>
              <a:xfrm>
                <a:off x="8038634" y="2480942"/>
                <a:ext cx="238950" cy="188153"/>
                <a:chOff x="8600501" y="2477730"/>
                <a:chExt cx="238950" cy="188153"/>
              </a:xfrm>
            </p:grpSpPr>
            <p:sp>
              <p:nvSpPr>
                <p:cNvPr id="266" name="Google Shape;266;p38"/>
                <p:cNvSpPr/>
                <p:nvPr/>
              </p:nvSpPr>
              <p:spPr>
                <a:xfrm>
                  <a:off x="8600501" y="2477730"/>
                  <a:ext cx="238950" cy="114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0" h="1951" extrusionOk="0">
                      <a:moveTo>
                        <a:pt x="1130" y="1"/>
                      </a:moveTo>
                      <a:cubicBezTo>
                        <a:pt x="870" y="1"/>
                        <a:pt x="610" y="101"/>
                        <a:pt x="410" y="301"/>
                      </a:cubicBezTo>
                      <a:cubicBezTo>
                        <a:pt x="51" y="661"/>
                        <a:pt x="1" y="1230"/>
                        <a:pt x="310" y="1640"/>
                      </a:cubicBezTo>
                      <a:lnTo>
                        <a:pt x="590" y="1200"/>
                      </a:lnTo>
                      <a:cubicBezTo>
                        <a:pt x="605" y="1170"/>
                        <a:pt x="635" y="1155"/>
                        <a:pt x="667" y="1155"/>
                      </a:cubicBezTo>
                      <a:cubicBezTo>
                        <a:pt x="698" y="1155"/>
                        <a:pt x="730" y="1170"/>
                        <a:pt x="750" y="1200"/>
                      </a:cubicBezTo>
                      <a:lnTo>
                        <a:pt x="950" y="1540"/>
                      </a:lnTo>
                      <a:lnTo>
                        <a:pt x="1390" y="820"/>
                      </a:lnTo>
                      <a:cubicBezTo>
                        <a:pt x="1410" y="790"/>
                        <a:pt x="1443" y="775"/>
                        <a:pt x="1474" y="775"/>
                      </a:cubicBezTo>
                      <a:cubicBezTo>
                        <a:pt x="1505" y="775"/>
                        <a:pt x="1535" y="790"/>
                        <a:pt x="1550" y="820"/>
                      </a:cubicBezTo>
                      <a:lnTo>
                        <a:pt x="2240" y="1950"/>
                      </a:lnTo>
                      <a:lnTo>
                        <a:pt x="2520" y="1490"/>
                      </a:lnTo>
                      <a:cubicBezTo>
                        <a:pt x="2540" y="1460"/>
                        <a:pt x="2570" y="1450"/>
                        <a:pt x="2610" y="1450"/>
                      </a:cubicBezTo>
                      <a:cubicBezTo>
                        <a:pt x="2640" y="1450"/>
                        <a:pt x="2670" y="1460"/>
                        <a:pt x="2690" y="1490"/>
                      </a:cubicBezTo>
                      <a:lnTo>
                        <a:pt x="2770" y="1630"/>
                      </a:lnTo>
                      <a:lnTo>
                        <a:pt x="3270" y="800"/>
                      </a:lnTo>
                      <a:cubicBezTo>
                        <a:pt x="3290" y="770"/>
                        <a:pt x="3322" y="755"/>
                        <a:pt x="3353" y="755"/>
                      </a:cubicBezTo>
                      <a:cubicBezTo>
                        <a:pt x="3385" y="755"/>
                        <a:pt x="3415" y="770"/>
                        <a:pt x="3430" y="800"/>
                      </a:cubicBezTo>
                      <a:lnTo>
                        <a:pt x="3860" y="1490"/>
                      </a:lnTo>
                      <a:cubicBezTo>
                        <a:pt x="4050" y="1090"/>
                        <a:pt x="3980" y="621"/>
                        <a:pt x="3670" y="301"/>
                      </a:cubicBezTo>
                      <a:cubicBezTo>
                        <a:pt x="3465" y="101"/>
                        <a:pt x="3202" y="1"/>
                        <a:pt x="2941" y="1"/>
                      </a:cubicBezTo>
                      <a:cubicBezTo>
                        <a:pt x="2680" y="1"/>
                        <a:pt x="2420" y="101"/>
                        <a:pt x="2220" y="301"/>
                      </a:cubicBezTo>
                      <a:lnTo>
                        <a:pt x="2040" y="491"/>
                      </a:lnTo>
                      <a:lnTo>
                        <a:pt x="1850" y="301"/>
                      </a:lnTo>
                      <a:cubicBezTo>
                        <a:pt x="1650" y="101"/>
                        <a:pt x="1390" y="1"/>
                        <a:pt x="1130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7" name="Google Shape;267;p38"/>
                <p:cNvSpPr/>
                <p:nvPr/>
              </p:nvSpPr>
              <p:spPr>
                <a:xfrm>
                  <a:off x="8627051" y="2539012"/>
                  <a:ext cx="194700" cy="126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0" h="2153" extrusionOk="0">
                      <a:moveTo>
                        <a:pt x="2910" y="0"/>
                      </a:moveTo>
                      <a:lnTo>
                        <a:pt x="2400" y="820"/>
                      </a:lnTo>
                      <a:cubicBezTo>
                        <a:pt x="2380" y="855"/>
                        <a:pt x="2347" y="873"/>
                        <a:pt x="2316" y="873"/>
                      </a:cubicBezTo>
                      <a:cubicBezTo>
                        <a:pt x="2285" y="873"/>
                        <a:pt x="2255" y="855"/>
                        <a:pt x="2240" y="820"/>
                      </a:cubicBezTo>
                      <a:lnTo>
                        <a:pt x="2160" y="690"/>
                      </a:lnTo>
                      <a:lnTo>
                        <a:pt x="1880" y="1150"/>
                      </a:lnTo>
                      <a:cubicBezTo>
                        <a:pt x="1860" y="1170"/>
                        <a:pt x="1830" y="1190"/>
                        <a:pt x="1790" y="1190"/>
                      </a:cubicBezTo>
                      <a:cubicBezTo>
                        <a:pt x="1760" y="1190"/>
                        <a:pt x="1730" y="1180"/>
                        <a:pt x="1710" y="1150"/>
                      </a:cubicBezTo>
                      <a:lnTo>
                        <a:pt x="1020" y="20"/>
                      </a:lnTo>
                      <a:lnTo>
                        <a:pt x="590" y="740"/>
                      </a:lnTo>
                      <a:cubicBezTo>
                        <a:pt x="570" y="760"/>
                        <a:pt x="540" y="780"/>
                        <a:pt x="500" y="780"/>
                      </a:cubicBezTo>
                      <a:cubicBezTo>
                        <a:pt x="470" y="780"/>
                        <a:pt x="440" y="760"/>
                        <a:pt x="420" y="740"/>
                      </a:cubicBezTo>
                      <a:lnTo>
                        <a:pt x="220" y="400"/>
                      </a:lnTo>
                      <a:lnTo>
                        <a:pt x="0" y="750"/>
                      </a:lnTo>
                      <a:lnTo>
                        <a:pt x="140" y="900"/>
                      </a:lnTo>
                      <a:lnTo>
                        <a:pt x="1260" y="2010"/>
                      </a:lnTo>
                      <a:cubicBezTo>
                        <a:pt x="1350" y="2105"/>
                        <a:pt x="1470" y="2152"/>
                        <a:pt x="1590" y="2152"/>
                      </a:cubicBezTo>
                      <a:cubicBezTo>
                        <a:pt x="1710" y="2152"/>
                        <a:pt x="1830" y="2105"/>
                        <a:pt x="1920" y="2010"/>
                      </a:cubicBezTo>
                      <a:lnTo>
                        <a:pt x="3040" y="900"/>
                      </a:lnTo>
                      <a:lnTo>
                        <a:pt x="3220" y="720"/>
                      </a:lnTo>
                      <a:cubicBezTo>
                        <a:pt x="3250" y="690"/>
                        <a:pt x="3270" y="660"/>
                        <a:pt x="3300" y="630"/>
                      </a:cubicBezTo>
                      <a:lnTo>
                        <a:pt x="291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68" name="Google Shape;268;p38"/>
            <p:cNvGrpSpPr/>
            <p:nvPr/>
          </p:nvGrpSpPr>
          <p:grpSpPr>
            <a:xfrm>
              <a:off x="7783377" y="2839177"/>
              <a:ext cx="545422" cy="543221"/>
              <a:chOff x="7783377" y="2839177"/>
              <a:chExt cx="545422" cy="543221"/>
            </a:xfrm>
          </p:grpSpPr>
          <p:sp>
            <p:nvSpPr>
              <p:cNvPr id="269" name="Google Shape;269;p38"/>
              <p:cNvSpPr/>
              <p:nvPr/>
            </p:nvSpPr>
            <p:spPr>
              <a:xfrm>
                <a:off x="7783377" y="2839177"/>
                <a:ext cx="545422" cy="543221"/>
              </a:xfrm>
              <a:custGeom>
                <a:avLst/>
                <a:gdLst/>
                <a:ahLst/>
                <a:cxnLst/>
                <a:rect l="l" t="t" r="r" b="b"/>
                <a:pathLst>
                  <a:path w="6680" h="6670" extrusionOk="0">
                    <a:moveTo>
                      <a:pt x="5869" y="1870"/>
                    </a:moveTo>
                    <a:cubicBezTo>
                      <a:pt x="6679" y="3270"/>
                      <a:pt x="6209" y="5060"/>
                      <a:pt x="4810" y="5859"/>
                    </a:cubicBezTo>
                    <a:cubicBezTo>
                      <a:pt x="3410" y="6669"/>
                      <a:pt x="1620" y="6199"/>
                      <a:pt x="811" y="4800"/>
                    </a:cubicBezTo>
                    <a:cubicBezTo>
                      <a:pt x="1" y="3400"/>
                      <a:pt x="481" y="1620"/>
                      <a:pt x="1880" y="811"/>
                    </a:cubicBezTo>
                    <a:cubicBezTo>
                      <a:pt x="3270" y="1"/>
                      <a:pt x="5060" y="471"/>
                      <a:pt x="5869" y="187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70" name="Google Shape;270;p38"/>
              <p:cNvGrpSpPr/>
              <p:nvPr/>
            </p:nvGrpSpPr>
            <p:grpSpPr>
              <a:xfrm>
                <a:off x="7913070" y="3036690"/>
                <a:ext cx="286035" cy="148195"/>
                <a:chOff x="7920684" y="3037298"/>
                <a:chExt cx="286035" cy="148195"/>
              </a:xfrm>
            </p:grpSpPr>
            <p:sp>
              <p:nvSpPr>
                <p:cNvPr id="271" name="Google Shape;271;p38"/>
                <p:cNvSpPr/>
                <p:nvPr/>
              </p:nvSpPr>
              <p:spPr>
                <a:xfrm>
                  <a:off x="7920684" y="3037298"/>
                  <a:ext cx="286035" cy="108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0" h="1846" extrusionOk="0">
                      <a:moveTo>
                        <a:pt x="2431" y="1"/>
                      </a:moveTo>
                      <a:cubicBezTo>
                        <a:pt x="2420" y="1"/>
                        <a:pt x="2410" y="3"/>
                        <a:pt x="2400" y="8"/>
                      </a:cubicBezTo>
                      <a:lnTo>
                        <a:pt x="91" y="828"/>
                      </a:lnTo>
                      <a:cubicBezTo>
                        <a:pt x="1" y="858"/>
                        <a:pt x="1" y="988"/>
                        <a:pt x="91" y="1018"/>
                      </a:cubicBezTo>
                      <a:lnTo>
                        <a:pt x="2400" y="1838"/>
                      </a:lnTo>
                      <a:cubicBezTo>
                        <a:pt x="2410" y="1843"/>
                        <a:pt x="2420" y="1845"/>
                        <a:pt x="2431" y="1845"/>
                      </a:cubicBezTo>
                      <a:cubicBezTo>
                        <a:pt x="2443" y="1845"/>
                        <a:pt x="2455" y="1843"/>
                        <a:pt x="2470" y="1838"/>
                      </a:cubicBezTo>
                      <a:lnTo>
                        <a:pt x="4769" y="1018"/>
                      </a:lnTo>
                      <a:cubicBezTo>
                        <a:pt x="4859" y="988"/>
                        <a:pt x="4859" y="858"/>
                        <a:pt x="4769" y="828"/>
                      </a:cubicBezTo>
                      <a:lnTo>
                        <a:pt x="2470" y="8"/>
                      </a:lnTo>
                      <a:cubicBezTo>
                        <a:pt x="2455" y="3"/>
                        <a:pt x="2443" y="1"/>
                        <a:pt x="2431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38"/>
                <p:cNvSpPr/>
                <p:nvPr/>
              </p:nvSpPr>
              <p:spPr>
                <a:xfrm>
                  <a:off x="7984835" y="3130758"/>
                  <a:ext cx="157731" cy="54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0" h="930" extrusionOk="0">
                      <a:moveTo>
                        <a:pt x="10" y="0"/>
                      </a:moveTo>
                      <a:lnTo>
                        <a:pt x="10" y="510"/>
                      </a:lnTo>
                      <a:cubicBezTo>
                        <a:pt x="0" y="740"/>
                        <a:pt x="190" y="930"/>
                        <a:pt x="420" y="930"/>
                      </a:cubicBezTo>
                      <a:lnTo>
                        <a:pt x="2260" y="930"/>
                      </a:lnTo>
                      <a:cubicBezTo>
                        <a:pt x="2490" y="930"/>
                        <a:pt x="2680" y="740"/>
                        <a:pt x="2680" y="510"/>
                      </a:cubicBezTo>
                      <a:lnTo>
                        <a:pt x="2680" y="0"/>
                      </a:lnTo>
                      <a:lnTo>
                        <a:pt x="1370" y="460"/>
                      </a:lnTo>
                      <a:cubicBezTo>
                        <a:pt x="1360" y="465"/>
                        <a:pt x="1350" y="467"/>
                        <a:pt x="1340" y="467"/>
                      </a:cubicBezTo>
                      <a:cubicBezTo>
                        <a:pt x="1330" y="467"/>
                        <a:pt x="1320" y="465"/>
                        <a:pt x="1310" y="460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73" name="Google Shape;273;p38"/>
            <p:cNvGrpSpPr/>
            <p:nvPr/>
          </p:nvGrpSpPr>
          <p:grpSpPr>
            <a:xfrm>
              <a:off x="6549155" y="838623"/>
              <a:ext cx="518396" cy="517160"/>
              <a:chOff x="6549155" y="838623"/>
              <a:chExt cx="518396" cy="517160"/>
            </a:xfrm>
          </p:grpSpPr>
          <p:sp>
            <p:nvSpPr>
              <p:cNvPr id="274" name="Google Shape;274;p38"/>
              <p:cNvSpPr/>
              <p:nvPr/>
            </p:nvSpPr>
            <p:spPr>
              <a:xfrm>
                <a:off x="6549155" y="838623"/>
                <a:ext cx="518396" cy="517160"/>
              </a:xfrm>
              <a:custGeom>
                <a:avLst/>
                <a:gdLst/>
                <a:ahLst/>
                <a:cxnLst/>
                <a:rect l="l" t="t" r="r" b="b"/>
                <a:pathLst>
                  <a:path w="6349" h="6350" extrusionOk="0">
                    <a:moveTo>
                      <a:pt x="3720" y="301"/>
                    </a:moveTo>
                    <a:cubicBezTo>
                      <a:pt x="5299" y="601"/>
                      <a:pt x="6349" y="2130"/>
                      <a:pt x="6049" y="3720"/>
                    </a:cubicBezTo>
                    <a:cubicBezTo>
                      <a:pt x="5749" y="5300"/>
                      <a:pt x="4219" y="6349"/>
                      <a:pt x="2630" y="6049"/>
                    </a:cubicBezTo>
                    <a:cubicBezTo>
                      <a:pt x="1040" y="5749"/>
                      <a:pt x="1" y="4220"/>
                      <a:pt x="300" y="2630"/>
                    </a:cubicBezTo>
                    <a:cubicBezTo>
                      <a:pt x="600" y="1041"/>
                      <a:pt x="2130" y="1"/>
                      <a:pt x="3720" y="3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75" name="Google Shape;275;p38"/>
              <p:cNvGrpSpPr/>
              <p:nvPr/>
            </p:nvGrpSpPr>
            <p:grpSpPr>
              <a:xfrm>
                <a:off x="6662148" y="1013750"/>
                <a:ext cx="292409" cy="166906"/>
                <a:chOff x="6657741" y="531789"/>
                <a:chExt cx="292409" cy="166906"/>
              </a:xfrm>
            </p:grpSpPr>
            <p:sp>
              <p:nvSpPr>
                <p:cNvPr id="276" name="Google Shape;276;p38"/>
                <p:cNvSpPr/>
                <p:nvPr/>
              </p:nvSpPr>
              <p:spPr>
                <a:xfrm>
                  <a:off x="6657741" y="616472"/>
                  <a:ext cx="95163" cy="82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1" h="1271" extrusionOk="0">
                      <a:moveTo>
                        <a:pt x="740" y="1"/>
                      </a:moveTo>
                      <a:lnTo>
                        <a:pt x="1" y="1271"/>
                      </a:lnTo>
                      <a:lnTo>
                        <a:pt x="1470" y="1271"/>
                      </a:lnTo>
                      <a:lnTo>
                        <a:pt x="74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" name="Google Shape;277;p38"/>
                <p:cNvSpPr/>
                <p:nvPr/>
              </p:nvSpPr>
              <p:spPr>
                <a:xfrm>
                  <a:off x="6658388" y="531789"/>
                  <a:ext cx="82224" cy="705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1" h="1090" extrusionOk="0">
                      <a:moveTo>
                        <a:pt x="730" y="0"/>
                      </a:moveTo>
                      <a:cubicBezTo>
                        <a:pt x="241" y="0"/>
                        <a:pt x="1" y="590"/>
                        <a:pt x="340" y="930"/>
                      </a:cubicBezTo>
                      <a:cubicBezTo>
                        <a:pt x="454" y="1040"/>
                        <a:pt x="591" y="1089"/>
                        <a:pt x="725" y="1089"/>
                      </a:cubicBezTo>
                      <a:cubicBezTo>
                        <a:pt x="1005" y="1089"/>
                        <a:pt x="1270" y="875"/>
                        <a:pt x="1270" y="550"/>
                      </a:cubicBezTo>
                      <a:cubicBezTo>
                        <a:pt x="1270" y="250"/>
                        <a:pt x="1030" y="0"/>
                        <a:pt x="73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" name="Google Shape;278;p38"/>
                <p:cNvSpPr/>
                <p:nvPr/>
              </p:nvSpPr>
              <p:spPr>
                <a:xfrm>
                  <a:off x="6855635" y="616472"/>
                  <a:ext cx="94516" cy="82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1" h="1271" extrusionOk="0">
                      <a:moveTo>
                        <a:pt x="1" y="1"/>
                      </a:moveTo>
                      <a:lnTo>
                        <a:pt x="731" y="1271"/>
                      </a:lnTo>
                      <a:lnTo>
                        <a:pt x="146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" name="Google Shape;279;p38"/>
                <p:cNvSpPr/>
                <p:nvPr/>
              </p:nvSpPr>
              <p:spPr>
                <a:xfrm>
                  <a:off x="6855635" y="531789"/>
                  <a:ext cx="82224" cy="705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1" h="1090" extrusionOk="0">
                      <a:moveTo>
                        <a:pt x="731" y="0"/>
                      </a:moveTo>
                      <a:cubicBezTo>
                        <a:pt x="241" y="0"/>
                        <a:pt x="1" y="590"/>
                        <a:pt x="341" y="930"/>
                      </a:cubicBezTo>
                      <a:cubicBezTo>
                        <a:pt x="454" y="1040"/>
                        <a:pt x="591" y="1089"/>
                        <a:pt x="726" y="1089"/>
                      </a:cubicBezTo>
                      <a:cubicBezTo>
                        <a:pt x="1005" y="1089"/>
                        <a:pt x="1271" y="875"/>
                        <a:pt x="1271" y="550"/>
                      </a:cubicBezTo>
                      <a:cubicBezTo>
                        <a:pt x="1271" y="250"/>
                        <a:pt x="1031" y="0"/>
                        <a:pt x="73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" name="Google Shape;280;p38"/>
                <p:cNvSpPr/>
                <p:nvPr/>
              </p:nvSpPr>
              <p:spPr>
                <a:xfrm>
                  <a:off x="6772246" y="584190"/>
                  <a:ext cx="64046" cy="15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" h="240" extrusionOk="0">
                      <a:moveTo>
                        <a:pt x="0" y="0"/>
                      </a:moveTo>
                      <a:lnTo>
                        <a:pt x="0" y="240"/>
                      </a:lnTo>
                      <a:lnTo>
                        <a:pt x="990" y="240"/>
                      </a:lnTo>
                      <a:lnTo>
                        <a:pt x="99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" name="Google Shape;281;p38"/>
                <p:cNvSpPr/>
                <p:nvPr/>
              </p:nvSpPr>
              <p:spPr>
                <a:xfrm>
                  <a:off x="6772246" y="619059"/>
                  <a:ext cx="64046" cy="14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" h="231" extrusionOk="0">
                      <a:moveTo>
                        <a:pt x="0" y="1"/>
                      </a:moveTo>
                      <a:lnTo>
                        <a:pt x="0" y="231"/>
                      </a:lnTo>
                      <a:lnTo>
                        <a:pt x="990" y="231"/>
                      </a:lnTo>
                      <a:lnTo>
                        <a:pt x="99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82" name="Google Shape;282;p38"/>
            <p:cNvGrpSpPr/>
            <p:nvPr/>
          </p:nvGrpSpPr>
          <p:grpSpPr>
            <a:xfrm>
              <a:off x="4971269" y="2609591"/>
              <a:ext cx="480020" cy="478067"/>
              <a:chOff x="4971269" y="2609591"/>
              <a:chExt cx="480020" cy="478067"/>
            </a:xfrm>
          </p:grpSpPr>
          <p:sp>
            <p:nvSpPr>
              <p:cNvPr id="283" name="Google Shape;283;p38"/>
              <p:cNvSpPr/>
              <p:nvPr/>
            </p:nvSpPr>
            <p:spPr>
              <a:xfrm>
                <a:off x="4971269" y="2609591"/>
                <a:ext cx="480020" cy="478067"/>
              </a:xfrm>
              <a:custGeom>
                <a:avLst/>
                <a:gdLst/>
                <a:ahLst/>
                <a:cxnLst/>
                <a:rect l="l" t="t" r="r" b="b"/>
                <a:pathLst>
                  <a:path w="5879" h="5870" extrusionOk="0">
                    <a:moveTo>
                      <a:pt x="2960" y="11"/>
                    </a:moveTo>
                    <a:cubicBezTo>
                      <a:pt x="4579" y="21"/>
                      <a:pt x="5879" y="1340"/>
                      <a:pt x="5859" y="2950"/>
                    </a:cubicBezTo>
                    <a:cubicBezTo>
                      <a:pt x="5849" y="4569"/>
                      <a:pt x="4529" y="5869"/>
                      <a:pt x="2920" y="5859"/>
                    </a:cubicBezTo>
                    <a:cubicBezTo>
                      <a:pt x="1300" y="5839"/>
                      <a:pt x="0" y="4519"/>
                      <a:pt x="20" y="2910"/>
                    </a:cubicBezTo>
                    <a:cubicBezTo>
                      <a:pt x="30" y="1290"/>
                      <a:pt x="1350" y="1"/>
                      <a:pt x="2960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8"/>
              <p:cNvSpPr/>
              <p:nvPr/>
            </p:nvSpPr>
            <p:spPr>
              <a:xfrm>
                <a:off x="5127307" y="2739671"/>
                <a:ext cx="167944" cy="217906"/>
              </a:xfrm>
              <a:custGeom>
                <a:avLst/>
                <a:gdLst/>
                <a:ahLst/>
                <a:cxnLst/>
                <a:rect l="l" t="t" r="r" b="b"/>
                <a:pathLst>
                  <a:path w="2790" h="3620" extrusionOk="0">
                    <a:moveTo>
                      <a:pt x="2520" y="241"/>
                    </a:moveTo>
                    <a:lnTo>
                      <a:pt x="2420" y="1200"/>
                    </a:lnTo>
                    <a:cubicBezTo>
                      <a:pt x="1759" y="1161"/>
                      <a:pt x="1494" y="744"/>
                      <a:pt x="894" y="744"/>
                    </a:cubicBezTo>
                    <a:cubicBezTo>
                      <a:pt x="732" y="744"/>
                      <a:pt x="546" y="774"/>
                      <a:pt x="320" y="851"/>
                    </a:cubicBezTo>
                    <a:lnTo>
                      <a:pt x="261" y="241"/>
                    </a:lnTo>
                    <a:close/>
                    <a:moveTo>
                      <a:pt x="1390" y="1540"/>
                    </a:moveTo>
                    <a:cubicBezTo>
                      <a:pt x="1390" y="1540"/>
                      <a:pt x="1850" y="2220"/>
                      <a:pt x="1850" y="2470"/>
                    </a:cubicBezTo>
                    <a:cubicBezTo>
                      <a:pt x="1850" y="2780"/>
                      <a:pt x="1620" y="2935"/>
                      <a:pt x="1390" y="2935"/>
                    </a:cubicBezTo>
                    <a:cubicBezTo>
                      <a:pt x="1160" y="2935"/>
                      <a:pt x="930" y="2780"/>
                      <a:pt x="930" y="2470"/>
                    </a:cubicBezTo>
                    <a:cubicBezTo>
                      <a:pt x="930" y="2220"/>
                      <a:pt x="1390" y="1540"/>
                      <a:pt x="1390" y="1540"/>
                    </a:cubicBezTo>
                    <a:close/>
                    <a:moveTo>
                      <a:pt x="131" y="1"/>
                    </a:moveTo>
                    <a:cubicBezTo>
                      <a:pt x="91" y="1"/>
                      <a:pt x="61" y="11"/>
                      <a:pt x="41" y="41"/>
                    </a:cubicBezTo>
                    <a:cubicBezTo>
                      <a:pt x="11" y="71"/>
                      <a:pt x="1" y="101"/>
                      <a:pt x="11" y="141"/>
                    </a:cubicBezTo>
                    <a:lnTo>
                      <a:pt x="360" y="3510"/>
                    </a:lnTo>
                    <a:cubicBezTo>
                      <a:pt x="370" y="3570"/>
                      <a:pt x="420" y="3620"/>
                      <a:pt x="480" y="3620"/>
                    </a:cubicBezTo>
                    <a:lnTo>
                      <a:pt x="2310" y="3620"/>
                    </a:lnTo>
                    <a:cubicBezTo>
                      <a:pt x="2370" y="3620"/>
                      <a:pt x="2420" y="3570"/>
                      <a:pt x="2430" y="3510"/>
                    </a:cubicBezTo>
                    <a:lnTo>
                      <a:pt x="2790" y="141"/>
                    </a:lnTo>
                    <a:cubicBezTo>
                      <a:pt x="2790" y="101"/>
                      <a:pt x="2770" y="61"/>
                      <a:pt x="2750" y="41"/>
                    </a:cubicBezTo>
                    <a:cubicBezTo>
                      <a:pt x="2720" y="11"/>
                      <a:pt x="2690" y="1"/>
                      <a:pt x="266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38"/>
            <p:cNvGrpSpPr/>
            <p:nvPr/>
          </p:nvGrpSpPr>
          <p:grpSpPr>
            <a:xfrm>
              <a:off x="6548339" y="3794253"/>
              <a:ext cx="511864" cy="510644"/>
              <a:chOff x="6548339" y="3794253"/>
              <a:chExt cx="511864" cy="510644"/>
            </a:xfrm>
          </p:grpSpPr>
          <p:sp>
            <p:nvSpPr>
              <p:cNvPr id="286" name="Google Shape;286;p38"/>
              <p:cNvSpPr/>
              <p:nvPr/>
            </p:nvSpPr>
            <p:spPr>
              <a:xfrm>
                <a:off x="6548339" y="3794253"/>
                <a:ext cx="511864" cy="510644"/>
              </a:xfrm>
              <a:custGeom>
                <a:avLst/>
                <a:gdLst/>
                <a:ahLst/>
                <a:cxnLst/>
                <a:rect l="l" t="t" r="r" b="b"/>
                <a:pathLst>
                  <a:path w="6269" h="6270" extrusionOk="0">
                    <a:moveTo>
                      <a:pt x="6019" y="2690"/>
                    </a:moveTo>
                    <a:cubicBezTo>
                      <a:pt x="6269" y="4290"/>
                      <a:pt x="5179" y="5780"/>
                      <a:pt x="3580" y="6029"/>
                    </a:cubicBezTo>
                    <a:cubicBezTo>
                      <a:pt x="1990" y="6269"/>
                      <a:pt x="490" y="5180"/>
                      <a:pt x="250" y="3580"/>
                    </a:cubicBezTo>
                    <a:cubicBezTo>
                      <a:pt x="1" y="1990"/>
                      <a:pt x="1090" y="491"/>
                      <a:pt x="2690" y="251"/>
                    </a:cubicBezTo>
                    <a:cubicBezTo>
                      <a:pt x="4279" y="1"/>
                      <a:pt x="5779" y="1091"/>
                      <a:pt x="6019" y="269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7" name="Google Shape;287;p38"/>
              <p:cNvGrpSpPr/>
              <p:nvPr/>
            </p:nvGrpSpPr>
            <p:grpSpPr>
              <a:xfrm>
                <a:off x="6673029" y="3918198"/>
                <a:ext cx="262483" cy="262754"/>
                <a:chOff x="6752827" y="4411557"/>
                <a:chExt cx="262483" cy="262754"/>
              </a:xfrm>
            </p:grpSpPr>
            <p:sp>
              <p:nvSpPr>
                <p:cNvPr id="288" name="Google Shape;288;p38"/>
                <p:cNvSpPr/>
                <p:nvPr/>
              </p:nvSpPr>
              <p:spPr>
                <a:xfrm>
                  <a:off x="6802851" y="4482210"/>
                  <a:ext cx="141899" cy="1216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1" h="2065" extrusionOk="0">
                      <a:moveTo>
                        <a:pt x="1385" y="396"/>
                      </a:moveTo>
                      <a:cubicBezTo>
                        <a:pt x="1438" y="396"/>
                        <a:pt x="1490" y="431"/>
                        <a:pt x="1490" y="501"/>
                      </a:cubicBezTo>
                      <a:lnTo>
                        <a:pt x="1490" y="721"/>
                      </a:lnTo>
                      <a:cubicBezTo>
                        <a:pt x="1490" y="786"/>
                        <a:pt x="1438" y="818"/>
                        <a:pt x="1385" y="818"/>
                      </a:cubicBezTo>
                      <a:cubicBezTo>
                        <a:pt x="1333" y="818"/>
                        <a:pt x="1280" y="786"/>
                        <a:pt x="1280" y="721"/>
                      </a:cubicBezTo>
                      <a:lnTo>
                        <a:pt x="1280" y="501"/>
                      </a:lnTo>
                      <a:cubicBezTo>
                        <a:pt x="1280" y="431"/>
                        <a:pt x="1333" y="396"/>
                        <a:pt x="1385" y="396"/>
                      </a:cubicBezTo>
                      <a:close/>
                      <a:moveTo>
                        <a:pt x="1736" y="578"/>
                      </a:moveTo>
                      <a:cubicBezTo>
                        <a:pt x="1761" y="578"/>
                        <a:pt x="1787" y="587"/>
                        <a:pt x="1810" y="611"/>
                      </a:cubicBezTo>
                      <a:cubicBezTo>
                        <a:pt x="1860" y="661"/>
                        <a:pt x="1900" y="731"/>
                        <a:pt x="1930" y="801"/>
                      </a:cubicBezTo>
                      <a:cubicBezTo>
                        <a:pt x="2000" y="950"/>
                        <a:pt x="2000" y="1120"/>
                        <a:pt x="1930" y="1270"/>
                      </a:cubicBezTo>
                      <a:lnTo>
                        <a:pt x="1940" y="1270"/>
                      </a:lnTo>
                      <a:cubicBezTo>
                        <a:pt x="1880" y="1420"/>
                        <a:pt x="1760" y="1540"/>
                        <a:pt x="1620" y="1600"/>
                      </a:cubicBezTo>
                      <a:cubicBezTo>
                        <a:pt x="1540" y="1630"/>
                        <a:pt x="1460" y="1650"/>
                        <a:pt x="1380" y="1650"/>
                      </a:cubicBezTo>
                      <a:cubicBezTo>
                        <a:pt x="1300" y="1650"/>
                        <a:pt x="1220" y="1630"/>
                        <a:pt x="1140" y="1600"/>
                      </a:cubicBezTo>
                      <a:cubicBezTo>
                        <a:pt x="1071" y="1570"/>
                        <a:pt x="1011" y="1530"/>
                        <a:pt x="951" y="1470"/>
                      </a:cubicBezTo>
                      <a:cubicBezTo>
                        <a:pt x="901" y="1420"/>
                        <a:pt x="861" y="1350"/>
                        <a:pt x="831" y="1280"/>
                      </a:cubicBezTo>
                      <a:cubicBezTo>
                        <a:pt x="761" y="1130"/>
                        <a:pt x="761" y="960"/>
                        <a:pt x="831" y="811"/>
                      </a:cubicBezTo>
                      <a:cubicBezTo>
                        <a:pt x="861" y="741"/>
                        <a:pt x="901" y="671"/>
                        <a:pt x="951" y="621"/>
                      </a:cubicBezTo>
                      <a:cubicBezTo>
                        <a:pt x="974" y="597"/>
                        <a:pt x="1000" y="588"/>
                        <a:pt x="1025" y="588"/>
                      </a:cubicBezTo>
                      <a:cubicBezTo>
                        <a:pt x="1107" y="588"/>
                        <a:pt x="1177" y="694"/>
                        <a:pt x="1101" y="771"/>
                      </a:cubicBezTo>
                      <a:cubicBezTo>
                        <a:pt x="1071" y="801"/>
                        <a:pt x="1041" y="841"/>
                        <a:pt x="1021" y="890"/>
                      </a:cubicBezTo>
                      <a:cubicBezTo>
                        <a:pt x="1001" y="940"/>
                        <a:pt x="991" y="990"/>
                        <a:pt x="991" y="1040"/>
                      </a:cubicBezTo>
                      <a:cubicBezTo>
                        <a:pt x="991" y="1100"/>
                        <a:pt x="1001" y="1150"/>
                        <a:pt x="1021" y="1200"/>
                      </a:cubicBezTo>
                      <a:cubicBezTo>
                        <a:pt x="1041" y="1240"/>
                        <a:pt x="1071" y="1290"/>
                        <a:pt x="1101" y="1320"/>
                      </a:cubicBezTo>
                      <a:cubicBezTo>
                        <a:pt x="1180" y="1400"/>
                        <a:pt x="1283" y="1440"/>
                        <a:pt x="1386" y="1440"/>
                      </a:cubicBezTo>
                      <a:cubicBezTo>
                        <a:pt x="1438" y="1440"/>
                        <a:pt x="1490" y="1430"/>
                        <a:pt x="1540" y="1410"/>
                      </a:cubicBezTo>
                      <a:cubicBezTo>
                        <a:pt x="1630" y="1370"/>
                        <a:pt x="1700" y="1290"/>
                        <a:pt x="1750" y="1200"/>
                      </a:cubicBezTo>
                      <a:cubicBezTo>
                        <a:pt x="1770" y="1150"/>
                        <a:pt x="1780" y="1090"/>
                        <a:pt x="1780" y="1040"/>
                      </a:cubicBezTo>
                      <a:cubicBezTo>
                        <a:pt x="1780" y="980"/>
                        <a:pt x="1760" y="930"/>
                        <a:pt x="1740" y="880"/>
                      </a:cubicBezTo>
                      <a:cubicBezTo>
                        <a:pt x="1720" y="831"/>
                        <a:pt x="1690" y="791"/>
                        <a:pt x="1660" y="761"/>
                      </a:cubicBezTo>
                      <a:cubicBezTo>
                        <a:pt x="1584" y="684"/>
                        <a:pt x="1654" y="578"/>
                        <a:pt x="1736" y="578"/>
                      </a:cubicBezTo>
                      <a:close/>
                      <a:moveTo>
                        <a:pt x="1380" y="1"/>
                      </a:moveTo>
                      <a:cubicBezTo>
                        <a:pt x="461" y="1"/>
                        <a:pt x="1" y="1110"/>
                        <a:pt x="651" y="1760"/>
                      </a:cubicBezTo>
                      <a:cubicBezTo>
                        <a:pt x="861" y="1970"/>
                        <a:pt x="1119" y="2065"/>
                        <a:pt x="1372" y="2065"/>
                      </a:cubicBezTo>
                      <a:cubicBezTo>
                        <a:pt x="1902" y="2065"/>
                        <a:pt x="2410" y="1653"/>
                        <a:pt x="2410" y="1030"/>
                      </a:cubicBezTo>
                      <a:cubicBezTo>
                        <a:pt x="2410" y="471"/>
                        <a:pt x="1950" y="1"/>
                        <a:pt x="1380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" name="Google Shape;289;p38"/>
                <p:cNvSpPr/>
                <p:nvPr/>
              </p:nvSpPr>
              <p:spPr>
                <a:xfrm>
                  <a:off x="6862292" y="4411557"/>
                  <a:ext cx="43612" cy="57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1" h="980" extrusionOk="0">
                      <a:moveTo>
                        <a:pt x="370" y="0"/>
                      </a:moveTo>
                      <a:lnTo>
                        <a:pt x="1" y="980"/>
                      </a:lnTo>
                      <a:cubicBezTo>
                        <a:pt x="121" y="940"/>
                        <a:pt x="250" y="920"/>
                        <a:pt x="370" y="920"/>
                      </a:cubicBezTo>
                      <a:cubicBezTo>
                        <a:pt x="500" y="920"/>
                        <a:pt x="620" y="940"/>
                        <a:pt x="740" y="980"/>
                      </a:cubicBezTo>
                      <a:lnTo>
                        <a:pt x="37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" name="Google Shape;290;p38"/>
                <p:cNvSpPr/>
                <p:nvPr/>
              </p:nvSpPr>
              <p:spPr>
                <a:xfrm>
                  <a:off x="6791669" y="4450390"/>
                  <a:ext cx="55383" cy="55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1" h="941" extrusionOk="0">
                      <a:moveTo>
                        <a:pt x="1" y="1"/>
                      </a:moveTo>
                      <a:lnTo>
                        <a:pt x="421" y="941"/>
                      </a:lnTo>
                      <a:cubicBezTo>
                        <a:pt x="481" y="841"/>
                        <a:pt x="561" y="741"/>
                        <a:pt x="651" y="651"/>
                      </a:cubicBezTo>
                      <a:cubicBezTo>
                        <a:pt x="731" y="561"/>
                        <a:pt x="831" y="481"/>
                        <a:pt x="941" y="431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1" name="Google Shape;291;p38"/>
                <p:cNvSpPr/>
                <p:nvPr/>
              </p:nvSpPr>
              <p:spPr>
                <a:xfrm>
                  <a:off x="6752827" y="4521691"/>
                  <a:ext cx="57148" cy="430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1" h="731" extrusionOk="0">
                      <a:moveTo>
                        <a:pt x="971" y="1"/>
                      </a:moveTo>
                      <a:lnTo>
                        <a:pt x="1" y="370"/>
                      </a:lnTo>
                      <a:lnTo>
                        <a:pt x="971" y="730"/>
                      </a:lnTo>
                      <a:cubicBezTo>
                        <a:pt x="941" y="610"/>
                        <a:pt x="921" y="490"/>
                        <a:pt x="921" y="370"/>
                      </a:cubicBezTo>
                      <a:cubicBezTo>
                        <a:pt x="921" y="240"/>
                        <a:pt x="941" y="121"/>
                        <a:pt x="971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" name="Google Shape;292;p38"/>
                <p:cNvSpPr/>
                <p:nvPr/>
              </p:nvSpPr>
              <p:spPr>
                <a:xfrm>
                  <a:off x="6791669" y="4580028"/>
                  <a:ext cx="55383" cy="56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1" h="951" extrusionOk="0">
                      <a:moveTo>
                        <a:pt x="421" y="0"/>
                      </a:moveTo>
                      <a:lnTo>
                        <a:pt x="1" y="950"/>
                      </a:lnTo>
                      <a:lnTo>
                        <a:pt x="941" y="520"/>
                      </a:lnTo>
                      <a:cubicBezTo>
                        <a:pt x="831" y="460"/>
                        <a:pt x="731" y="390"/>
                        <a:pt x="651" y="300"/>
                      </a:cubicBezTo>
                      <a:cubicBezTo>
                        <a:pt x="561" y="210"/>
                        <a:pt x="481" y="110"/>
                        <a:pt x="42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" name="Google Shape;293;p38"/>
                <p:cNvSpPr/>
                <p:nvPr/>
              </p:nvSpPr>
              <p:spPr>
                <a:xfrm>
                  <a:off x="6862292" y="4617152"/>
                  <a:ext cx="43612" cy="57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1" h="970" extrusionOk="0">
                      <a:moveTo>
                        <a:pt x="1" y="0"/>
                      </a:moveTo>
                      <a:lnTo>
                        <a:pt x="370" y="970"/>
                      </a:lnTo>
                      <a:lnTo>
                        <a:pt x="740" y="0"/>
                      </a:lnTo>
                      <a:lnTo>
                        <a:pt x="740" y="0"/>
                      </a:lnTo>
                      <a:cubicBezTo>
                        <a:pt x="620" y="40"/>
                        <a:pt x="500" y="50"/>
                        <a:pt x="370" y="50"/>
                      </a:cubicBezTo>
                      <a:cubicBezTo>
                        <a:pt x="250" y="50"/>
                        <a:pt x="121" y="40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" name="Google Shape;294;p38"/>
                <p:cNvSpPr/>
                <p:nvPr/>
              </p:nvSpPr>
              <p:spPr>
                <a:xfrm>
                  <a:off x="6921144" y="4580028"/>
                  <a:ext cx="55971" cy="56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1" h="951" extrusionOk="0">
                      <a:moveTo>
                        <a:pt x="520" y="0"/>
                      </a:moveTo>
                      <a:cubicBezTo>
                        <a:pt x="460" y="110"/>
                        <a:pt x="380" y="210"/>
                        <a:pt x="300" y="300"/>
                      </a:cubicBezTo>
                      <a:cubicBezTo>
                        <a:pt x="210" y="390"/>
                        <a:pt x="110" y="460"/>
                        <a:pt x="0" y="520"/>
                      </a:cubicBezTo>
                      <a:lnTo>
                        <a:pt x="950" y="950"/>
                      </a:lnTo>
                      <a:lnTo>
                        <a:pt x="52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" name="Google Shape;295;p38"/>
                <p:cNvSpPr/>
                <p:nvPr/>
              </p:nvSpPr>
              <p:spPr>
                <a:xfrm>
                  <a:off x="6958221" y="4521691"/>
                  <a:ext cx="57089" cy="430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0" h="731" extrusionOk="0">
                      <a:moveTo>
                        <a:pt x="0" y="1"/>
                      </a:moveTo>
                      <a:cubicBezTo>
                        <a:pt x="30" y="121"/>
                        <a:pt x="50" y="240"/>
                        <a:pt x="50" y="370"/>
                      </a:cubicBezTo>
                      <a:cubicBezTo>
                        <a:pt x="50" y="490"/>
                        <a:pt x="30" y="610"/>
                        <a:pt x="0" y="730"/>
                      </a:cubicBezTo>
                      <a:lnTo>
                        <a:pt x="970" y="370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" name="Google Shape;296;p38"/>
                <p:cNvSpPr/>
                <p:nvPr/>
              </p:nvSpPr>
              <p:spPr>
                <a:xfrm>
                  <a:off x="6921144" y="4450390"/>
                  <a:ext cx="55383" cy="56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1" h="951" extrusionOk="0">
                      <a:moveTo>
                        <a:pt x="940" y="1"/>
                      </a:moveTo>
                      <a:lnTo>
                        <a:pt x="0" y="431"/>
                      </a:lnTo>
                      <a:cubicBezTo>
                        <a:pt x="110" y="491"/>
                        <a:pt x="210" y="561"/>
                        <a:pt x="300" y="651"/>
                      </a:cubicBezTo>
                      <a:cubicBezTo>
                        <a:pt x="380" y="741"/>
                        <a:pt x="460" y="841"/>
                        <a:pt x="520" y="951"/>
                      </a:cubicBezTo>
                      <a:lnTo>
                        <a:pt x="94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7" name="Google Shape;297;p38"/>
            <p:cNvGrpSpPr/>
            <p:nvPr/>
          </p:nvGrpSpPr>
          <p:grpSpPr>
            <a:xfrm>
              <a:off x="6031657" y="3761758"/>
              <a:ext cx="477571" cy="475543"/>
              <a:chOff x="6031657" y="3761758"/>
              <a:chExt cx="477571" cy="475543"/>
            </a:xfrm>
          </p:grpSpPr>
          <p:sp>
            <p:nvSpPr>
              <p:cNvPr id="298" name="Google Shape;298;p38"/>
              <p:cNvSpPr/>
              <p:nvPr/>
            </p:nvSpPr>
            <p:spPr>
              <a:xfrm>
                <a:off x="6031657" y="3761758"/>
                <a:ext cx="477571" cy="475543"/>
              </a:xfrm>
              <a:custGeom>
                <a:avLst/>
                <a:gdLst/>
                <a:ahLst/>
                <a:cxnLst/>
                <a:rect l="l" t="t" r="r" b="b"/>
                <a:pathLst>
                  <a:path w="5849" h="5839" extrusionOk="0">
                    <a:moveTo>
                      <a:pt x="5849" y="2919"/>
                    </a:moveTo>
                    <a:cubicBezTo>
                      <a:pt x="5849" y="4529"/>
                      <a:pt x="4539" y="5839"/>
                      <a:pt x="2929" y="5839"/>
                    </a:cubicBezTo>
                    <a:cubicBezTo>
                      <a:pt x="1310" y="5839"/>
                      <a:pt x="0" y="4529"/>
                      <a:pt x="0" y="2919"/>
                    </a:cubicBezTo>
                    <a:cubicBezTo>
                      <a:pt x="0" y="1300"/>
                      <a:pt x="1310" y="0"/>
                      <a:pt x="2929" y="0"/>
                    </a:cubicBezTo>
                    <a:cubicBezTo>
                      <a:pt x="4539" y="0"/>
                      <a:pt x="5849" y="1300"/>
                      <a:pt x="5849" y="291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9" name="Google Shape;299;p38"/>
              <p:cNvGrpSpPr/>
              <p:nvPr/>
            </p:nvGrpSpPr>
            <p:grpSpPr>
              <a:xfrm>
                <a:off x="6147730" y="3888157"/>
                <a:ext cx="245425" cy="222743"/>
                <a:chOff x="5694107" y="4255745"/>
                <a:chExt cx="245425" cy="222743"/>
              </a:xfrm>
            </p:grpSpPr>
            <p:sp>
              <p:nvSpPr>
                <p:cNvPr id="300" name="Google Shape;300;p38"/>
                <p:cNvSpPr/>
                <p:nvPr/>
              </p:nvSpPr>
              <p:spPr>
                <a:xfrm>
                  <a:off x="5709409" y="4374774"/>
                  <a:ext cx="57737" cy="1037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1" h="1760" extrusionOk="0">
                      <a:moveTo>
                        <a:pt x="801" y="0"/>
                      </a:moveTo>
                      <a:lnTo>
                        <a:pt x="1" y="800"/>
                      </a:lnTo>
                      <a:lnTo>
                        <a:pt x="1" y="1760"/>
                      </a:lnTo>
                      <a:lnTo>
                        <a:pt x="981" y="1760"/>
                      </a:lnTo>
                      <a:lnTo>
                        <a:pt x="981" y="180"/>
                      </a:lnTo>
                      <a:lnTo>
                        <a:pt x="801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" name="Google Shape;301;p38"/>
                <p:cNvSpPr/>
                <p:nvPr/>
              </p:nvSpPr>
              <p:spPr>
                <a:xfrm>
                  <a:off x="5776502" y="4392451"/>
                  <a:ext cx="58325" cy="86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" h="1460" extrusionOk="0">
                      <a:moveTo>
                        <a:pt x="990" y="0"/>
                      </a:moveTo>
                      <a:lnTo>
                        <a:pt x="470" y="510"/>
                      </a:lnTo>
                      <a:lnTo>
                        <a:pt x="1" y="40"/>
                      </a:lnTo>
                      <a:lnTo>
                        <a:pt x="1" y="1460"/>
                      </a:lnTo>
                      <a:lnTo>
                        <a:pt x="990" y="1460"/>
                      </a:lnTo>
                      <a:lnTo>
                        <a:pt x="99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2" name="Google Shape;302;p38"/>
                <p:cNvSpPr/>
                <p:nvPr/>
              </p:nvSpPr>
              <p:spPr>
                <a:xfrm>
                  <a:off x="5844183" y="4325276"/>
                  <a:ext cx="57737" cy="153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1" h="2600" extrusionOk="0">
                      <a:moveTo>
                        <a:pt x="980" y="0"/>
                      </a:moveTo>
                      <a:lnTo>
                        <a:pt x="0" y="980"/>
                      </a:lnTo>
                      <a:lnTo>
                        <a:pt x="0" y="2600"/>
                      </a:lnTo>
                      <a:lnTo>
                        <a:pt x="980" y="2600"/>
                      </a:lnTo>
                      <a:lnTo>
                        <a:pt x="98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3" name="Google Shape;303;p38"/>
                <p:cNvSpPr/>
                <p:nvPr/>
              </p:nvSpPr>
              <p:spPr>
                <a:xfrm>
                  <a:off x="5694107" y="4255745"/>
                  <a:ext cx="245425" cy="1491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0" h="2531" extrusionOk="0">
                      <a:moveTo>
                        <a:pt x="4170" y="1"/>
                      </a:moveTo>
                      <a:lnTo>
                        <a:pt x="3270" y="241"/>
                      </a:lnTo>
                      <a:lnTo>
                        <a:pt x="3490" y="451"/>
                      </a:lnTo>
                      <a:lnTo>
                        <a:pt x="1870" y="2070"/>
                      </a:lnTo>
                      <a:lnTo>
                        <a:pt x="1061" y="1250"/>
                      </a:lnTo>
                      <a:lnTo>
                        <a:pt x="1" y="2320"/>
                      </a:lnTo>
                      <a:lnTo>
                        <a:pt x="211" y="2530"/>
                      </a:lnTo>
                      <a:lnTo>
                        <a:pt x="1061" y="1680"/>
                      </a:lnTo>
                      <a:lnTo>
                        <a:pt x="1870" y="2490"/>
                      </a:lnTo>
                      <a:lnTo>
                        <a:pt x="3700" y="661"/>
                      </a:lnTo>
                      <a:lnTo>
                        <a:pt x="3930" y="891"/>
                      </a:lnTo>
                      <a:lnTo>
                        <a:pt x="417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04" name="Google Shape;304;p38"/>
            <p:cNvGrpSpPr/>
            <p:nvPr/>
          </p:nvGrpSpPr>
          <p:grpSpPr>
            <a:xfrm>
              <a:off x="5171230" y="3117629"/>
              <a:ext cx="480102" cy="478882"/>
              <a:chOff x="5171230" y="3117629"/>
              <a:chExt cx="480102" cy="478882"/>
            </a:xfrm>
          </p:grpSpPr>
          <p:sp>
            <p:nvSpPr>
              <p:cNvPr id="305" name="Google Shape;305;p38"/>
              <p:cNvSpPr/>
              <p:nvPr/>
            </p:nvSpPr>
            <p:spPr>
              <a:xfrm>
                <a:off x="5171230" y="3117629"/>
                <a:ext cx="480102" cy="478882"/>
              </a:xfrm>
              <a:custGeom>
                <a:avLst/>
                <a:gdLst/>
                <a:ahLst/>
                <a:cxnLst/>
                <a:rect l="l" t="t" r="r" b="b"/>
                <a:pathLst>
                  <a:path w="5880" h="5880" extrusionOk="0">
                    <a:moveTo>
                      <a:pt x="2970" y="21"/>
                    </a:moveTo>
                    <a:cubicBezTo>
                      <a:pt x="4580" y="31"/>
                      <a:pt x="5879" y="1351"/>
                      <a:pt x="5869" y="2970"/>
                    </a:cubicBezTo>
                    <a:cubicBezTo>
                      <a:pt x="5849" y="4580"/>
                      <a:pt x="4530" y="5880"/>
                      <a:pt x="2910" y="5860"/>
                    </a:cubicBezTo>
                    <a:cubicBezTo>
                      <a:pt x="1300" y="5850"/>
                      <a:pt x="1" y="4530"/>
                      <a:pt x="21" y="2910"/>
                    </a:cubicBezTo>
                    <a:cubicBezTo>
                      <a:pt x="31" y="1301"/>
                      <a:pt x="1350" y="1"/>
                      <a:pt x="2970" y="2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38"/>
              <p:cNvSpPr/>
              <p:nvPr/>
            </p:nvSpPr>
            <p:spPr>
              <a:xfrm>
                <a:off x="5285449" y="3229782"/>
                <a:ext cx="251664" cy="254575"/>
              </a:xfrm>
              <a:custGeom>
                <a:avLst/>
                <a:gdLst/>
                <a:ahLst/>
                <a:cxnLst/>
                <a:rect l="l" t="t" r="r" b="b"/>
                <a:pathLst>
                  <a:path w="3890" h="3935" extrusionOk="0">
                    <a:moveTo>
                      <a:pt x="1100" y="765"/>
                    </a:moveTo>
                    <a:lnTo>
                      <a:pt x="1870" y="1205"/>
                    </a:lnTo>
                    <a:lnTo>
                      <a:pt x="1870" y="2095"/>
                    </a:lnTo>
                    <a:lnTo>
                      <a:pt x="1100" y="1655"/>
                    </a:lnTo>
                    <a:lnTo>
                      <a:pt x="1100" y="765"/>
                    </a:lnTo>
                    <a:close/>
                    <a:moveTo>
                      <a:pt x="2810" y="765"/>
                    </a:moveTo>
                    <a:lnTo>
                      <a:pt x="2810" y="1655"/>
                    </a:lnTo>
                    <a:lnTo>
                      <a:pt x="2040" y="2095"/>
                    </a:lnTo>
                    <a:lnTo>
                      <a:pt x="2040" y="1215"/>
                    </a:lnTo>
                    <a:lnTo>
                      <a:pt x="2810" y="765"/>
                    </a:lnTo>
                    <a:close/>
                    <a:moveTo>
                      <a:pt x="161" y="2375"/>
                    </a:moveTo>
                    <a:lnTo>
                      <a:pt x="930" y="2825"/>
                    </a:lnTo>
                    <a:lnTo>
                      <a:pt x="930" y="3715"/>
                    </a:lnTo>
                    <a:lnTo>
                      <a:pt x="161" y="3265"/>
                    </a:lnTo>
                    <a:lnTo>
                      <a:pt x="161" y="2375"/>
                    </a:lnTo>
                    <a:close/>
                    <a:moveTo>
                      <a:pt x="1870" y="2375"/>
                    </a:moveTo>
                    <a:lnTo>
                      <a:pt x="1870" y="3265"/>
                    </a:lnTo>
                    <a:lnTo>
                      <a:pt x="1100" y="3715"/>
                    </a:lnTo>
                    <a:lnTo>
                      <a:pt x="1100" y="2825"/>
                    </a:lnTo>
                    <a:lnTo>
                      <a:pt x="1870" y="2375"/>
                    </a:lnTo>
                    <a:close/>
                    <a:moveTo>
                      <a:pt x="2040" y="2375"/>
                    </a:moveTo>
                    <a:lnTo>
                      <a:pt x="2810" y="2825"/>
                    </a:lnTo>
                    <a:lnTo>
                      <a:pt x="2810" y="3715"/>
                    </a:lnTo>
                    <a:lnTo>
                      <a:pt x="2040" y="3265"/>
                    </a:lnTo>
                    <a:lnTo>
                      <a:pt x="2040" y="2375"/>
                    </a:lnTo>
                    <a:close/>
                    <a:moveTo>
                      <a:pt x="3740" y="2375"/>
                    </a:moveTo>
                    <a:lnTo>
                      <a:pt x="3740" y="3265"/>
                    </a:lnTo>
                    <a:lnTo>
                      <a:pt x="2970" y="3715"/>
                    </a:lnTo>
                    <a:lnTo>
                      <a:pt x="2970" y="2825"/>
                    </a:lnTo>
                    <a:lnTo>
                      <a:pt x="3740" y="2375"/>
                    </a:lnTo>
                    <a:close/>
                    <a:moveTo>
                      <a:pt x="1955" y="1"/>
                    </a:moveTo>
                    <a:cubicBezTo>
                      <a:pt x="1940" y="1"/>
                      <a:pt x="1925" y="6"/>
                      <a:pt x="1910" y="16"/>
                    </a:cubicBezTo>
                    <a:lnTo>
                      <a:pt x="980" y="545"/>
                    </a:lnTo>
                    <a:cubicBezTo>
                      <a:pt x="960" y="565"/>
                      <a:pt x="940" y="595"/>
                      <a:pt x="940" y="625"/>
                    </a:cubicBezTo>
                    <a:lnTo>
                      <a:pt x="940" y="1645"/>
                    </a:lnTo>
                    <a:lnTo>
                      <a:pt x="41" y="2165"/>
                    </a:lnTo>
                    <a:cubicBezTo>
                      <a:pt x="21" y="2185"/>
                      <a:pt x="1" y="2205"/>
                      <a:pt x="1" y="2235"/>
                    </a:cubicBezTo>
                    <a:lnTo>
                      <a:pt x="1" y="3315"/>
                    </a:lnTo>
                    <a:cubicBezTo>
                      <a:pt x="1" y="3345"/>
                      <a:pt x="21" y="3375"/>
                      <a:pt x="41" y="3385"/>
                    </a:cubicBezTo>
                    <a:lnTo>
                      <a:pt x="970" y="3925"/>
                    </a:lnTo>
                    <a:cubicBezTo>
                      <a:pt x="990" y="3925"/>
                      <a:pt x="1000" y="3935"/>
                      <a:pt x="1010" y="3935"/>
                    </a:cubicBezTo>
                    <a:cubicBezTo>
                      <a:pt x="1020" y="3935"/>
                      <a:pt x="1040" y="3925"/>
                      <a:pt x="1050" y="3925"/>
                    </a:cubicBezTo>
                    <a:lnTo>
                      <a:pt x="1940" y="3405"/>
                    </a:lnTo>
                    <a:lnTo>
                      <a:pt x="2840" y="3925"/>
                    </a:lnTo>
                    <a:cubicBezTo>
                      <a:pt x="2850" y="3925"/>
                      <a:pt x="2860" y="3935"/>
                      <a:pt x="2880" y="3935"/>
                    </a:cubicBezTo>
                    <a:cubicBezTo>
                      <a:pt x="2890" y="3935"/>
                      <a:pt x="2900" y="3925"/>
                      <a:pt x="2910" y="3925"/>
                    </a:cubicBezTo>
                    <a:lnTo>
                      <a:pt x="3840" y="3385"/>
                    </a:lnTo>
                    <a:cubicBezTo>
                      <a:pt x="3870" y="3375"/>
                      <a:pt x="3890" y="3345"/>
                      <a:pt x="3890" y="3315"/>
                    </a:cubicBezTo>
                    <a:lnTo>
                      <a:pt x="3890" y="2235"/>
                    </a:lnTo>
                    <a:cubicBezTo>
                      <a:pt x="3890" y="2215"/>
                      <a:pt x="3880" y="2185"/>
                      <a:pt x="3860" y="2165"/>
                    </a:cubicBezTo>
                    <a:lnTo>
                      <a:pt x="2970" y="1655"/>
                    </a:lnTo>
                    <a:lnTo>
                      <a:pt x="2970" y="625"/>
                    </a:lnTo>
                    <a:cubicBezTo>
                      <a:pt x="2970" y="595"/>
                      <a:pt x="2950" y="565"/>
                      <a:pt x="2930" y="545"/>
                    </a:cubicBezTo>
                    <a:lnTo>
                      <a:pt x="2000" y="16"/>
                    </a:lnTo>
                    <a:cubicBezTo>
                      <a:pt x="1985" y="6"/>
                      <a:pt x="1970" y="1"/>
                      <a:pt x="195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7" name="Google Shape;307;p38"/>
            <p:cNvGrpSpPr/>
            <p:nvPr/>
          </p:nvGrpSpPr>
          <p:grpSpPr>
            <a:xfrm>
              <a:off x="5541839" y="3519873"/>
              <a:ext cx="477653" cy="476439"/>
              <a:chOff x="5541839" y="3519873"/>
              <a:chExt cx="477653" cy="476439"/>
            </a:xfrm>
          </p:grpSpPr>
          <p:sp>
            <p:nvSpPr>
              <p:cNvPr id="308" name="Google Shape;308;p38"/>
              <p:cNvSpPr/>
              <p:nvPr/>
            </p:nvSpPr>
            <p:spPr>
              <a:xfrm>
                <a:off x="5541839" y="3519873"/>
                <a:ext cx="477653" cy="476439"/>
              </a:xfrm>
              <a:custGeom>
                <a:avLst/>
                <a:gdLst/>
                <a:ahLst/>
                <a:cxnLst/>
                <a:rect l="l" t="t" r="r" b="b"/>
                <a:pathLst>
                  <a:path w="5850" h="5850" extrusionOk="0">
                    <a:moveTo>
                      <a:pt x="5849" y="2930"/>
                    </a:moveTo>
                    <a:cubicBezTo>
                      <a:pt x="5849" y="4540"/>
                      <a:pt x="4539" y="5849"/>
                      <a:pt x="2920" y="5849"/>
                    </a:cubicBezTo>
                    <a:cubicBezTo>
                      <a:pt x="1310" y="5849"/>
                      <a:pt x="1" y="4540"/>
                      <a:pt x="1" y="2930"/>
                    </a:cubicBezTo>
                    <a:cubicBezTo>
                      <a:pt x="1" y="1310"/>
                      <a:pt x="1310" y="1"/>
                      <a:pt x="2920" y="1"/>
                    </a:cubicBezTo>
                    <a:cubicBezTo>
                      <a:pt x="4539" y="1"/>
                      <a:pt x="5849" y="1310"/>
                      <a:pt x="5849" y="293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09" name="Google Shape;309;p38"/>
              <p:cNvGrpSpPr/>
              <p:nvPr/>
            </p:nvGrpSpPr>
            <p:grpSpPr>
              <a:xfrm>
                <a:off x="5680926" y="3651893"/>
                <a:ext cx="199479" cy="212400"/>
                <a:chOff x="5143867" y="3975537"/>
                <a:chExt cx="199479" cy="212400"/>
              </a:xfrm>
            </p:grpSpPr>
            <p:sp>
              <p:nvSpPr>
                <p:cNvPr id="310" name="Google Shape;310;p38"/>
                <p:cNvSpPr/>
                <p:nvPr/>
              </p:nvSpPr>
              <p:spPr>
                <a:xfrm>
                  <a:off x="5219977" y="4065217"/>
                  <a:ext cx="58469" cy="14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" h="241" extrusionOk="0">
                      <a:moveTo>
                        <a:pt x="1" y="0"/>
                      </a:moveTo>
                      <a:lnTo>
                        <a:pt x="1" y="240"/>
                      </a:lnTo>
                      <a:lnTo>
                        <a:pt x="990" y="240"/>
                      </a:lnTo>
                      <a:lnTo>
                        <a:pt x="99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" name="Google Shape;311;p38"/>
                <p:cNvSpPr/>
                <p:nvPr/>
              </p:nvSpPr>
              <p:spPr>
                <a:xfrm>
                  <a:off x="5219977" y="4097077"/>
                  <a:ext cx="58469" cy="135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" h="230" extrusionOk="0">
                      <a:moveTo>
                        <a:pt x="1" y="0"/>
                      </a:moveTo>
                      <a:lnTo>
                        <a:pt x="1" y="230"/>
                      </a:lnTo>
                      <a:lnTo>
                        <a:pt x="990" y="230"/>
                      </a:lnTo>
                      <a:lnTo>
                        <a:pt x="99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" name="Google Shape;312;p38"/>
                <p:cNvSpPr/>
                <p:nvPr/>
              </p:nvSpPr>
              <p:spPr>
                <a:xfrm>
                  <a:off x="5143867" y="3975537"/>
                  <a:ext cx="199479" cy="21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1" h="3600" extrusionOk="0">
                      <a:moveTo>
                        <a:pt x="2870" y="820"/>
                      </a:moveTo>
                      <a:cubicBezTo>
                        <a:pt x="2871" y="821"/>
                        <a:pt x="2900" y="841"/>
                        <a:pt x="2940" y="890"/>
                      </a:cubicBezTo>
                      <a:cubicBezTo>
                        <a:pt x="2966" y="916"/>
                        <a:pt x="2990" y="942"/>
                        <a:pt x="3014" y="970"/>
                      </a:cubicBezTo>
                      <a:lnTo>
                        <a:pt x="3014" y="970"/>
                      </a:lnTo>
                      <a:cubicBezTo>
                        <a:pt x="2994" y="943"/>
                        <a:pt x="2973" y="917"/>
                        <a:pt x="2950" y="890"/>
                      </a:cubicBezTo>
                      <a:cubicBezTo>
                        <a:pt x="2930" y="860"/>
                        <a:pt x="2900" y="840"/>
                        <a:pt x="2870" y="820"/>
                      </a:cubicBezTo>
                      <a:close/>
                      <a:moveTo>
                        <a:pt x="1800" y="1"/>
                      </a:moveTo>
                      <a:cubicBezTo>
                        <a:pt x="1800" y="1"/>
                        <a:pt x="1760" y="1"/>
                        <a:pt x="1680" y="11"/>
                      </a:cubicBezTo>
                      <a:cubicBezTo>
                        <a:pt x="1570" y="21"/>
                        <a:pt x="1460" y="41"/>
                        <a:pt x="1361" y="71"/>
                      </a:cubicBezTo>
                      <a:cubicBezTo>
                        <a:pt x="721" y="241"/>
                        <a:pt x="231" y="740"/>
                        <a:pt x="61" y="1370"/>
                      </a:cubicBezTo>
                      <a:cubicBezTo>
                        <a:pt x="21" y="1510"/>
                        <a:pt x="1" y="1640"/>
                        <a:pt x="1" y="1780"/>
                      </a:cubicBezTo>
                      <a:lnTo>
                        <a:pt x="1" y="1880"/>
                      </a:lnTo>
                      <a:lnTo>
                        <a:pt x="1" y="1990"/>
                      </a:lnTo>
                      <a:cubicBezTo>
                        <a:pt x="61" y="2670"/>
                        <a:pt x="501" y="3250"/>
                        <a:pt x="1131" y="3490"/>
                      </a:cubicBezTo>
                      <a:cubicBezTo>
                        <a:pt x="1271" y="3540"/>
                        <a:pt x="1421" y="3570"/>
                        <a:pt x="1560" y="3590"/>
                      </a:cubicBezTo>
                      <a:cubicBezTo>
                        <a:pt x="1630" y="3590"/>
                        <a:pt x="1700" y="3600"/>
                        <a:pt x="1780" y="3600"/>
                      </a:cubicBezTo>
                      <a:cubicBezTo>
                        <a:pt x="1850" y="3590"/>
                        <a:pt x="1920" y="3590"/>
                        <a:pt x="1990" y="3570"/>
                      </a:cubicBezTo>
                      <a:cubicBezTo>
                        <a:pt x="2270" y="3530"/>
                        <a:pt x="2520" y="3420"/>
                        <a:pt x="2740" y="3250"/>
                      </a:cubicBezTo>
                      <a:cubicBezTo>
                        <a:pt x="2800" y="3210"/>
                        <a:pt x="2850" y="3170"/>
                        <a:pt x="2900" y="3120"/>
                      </a:cubicBezTo>
                      <a:cubicBezTo>
                        <a:pt x="2930" y="3080"/>
                        <a:pt x="2980" y="3030"/>
                        <a:pt x="3020" y="2980"/>
                      </a:cubicBezTo>
                      <a:cubicBezTo>
                        <a:pt x="3100" y="2890"/>
                        <a:pt x="3160" y="2780"/>
                        <a:pt x="3220" y="2670"/>
                      </a:cubicBezTo>
                      <a:cubicBezTo>
                        <a:pt x="3310" y="2470"/>
                        <a:pt x="3370" y="2250"/>
                        <a:pt x="3380" y="2020"/>
                      </a:cubicBezTo>
                      <a:cubicBezTo>
                        <a:pt x="3380" y="1840"/>
                        <a:pt x="3360" y="1650"/>
                        <a:pt x="3300" y="1480"/>
                      </a:cubicBezTo>
                      <a:cubicBezTo>
                        <a:pt x="3233" y="1287"/>
                        <a:pt x="3137" y="1115"/>
                        <a:pt x="3014" y="970"/>
                      </a:cubicBezTo>
                      <a:lnTo>
                        <a:pt x="3014" y="970"/>
                      </a:lnTo>
                      <a:cubicBezTo>
                        <a:pt x="3046" y="1014"/>
                        <a:pt x="3075" y="1060"/>
                        <a:pt x="3100" y="1110"/>
                      </a:cubicBezTo>
                      <a:cubicBezTo>
                        <a:pt x="3170" y="1230"/>
                        <a:pt x="3220" y="1360"/>
                        <a:pt x="3250" y="1490"/>
                      </a:cubicBezTo>
                      <a:cubicBezTo>
                        <a:pt x="3290" y="1660"/>
                        <a:pt x="3300" y="1840"/>
                        <a:pt x="3280" y="2010"/>
                      </a:cubicBezTo>
                      <a:cubicBezTo>
                        <a:pt x="3250" y="2220"/>
                        <a:pt x="3190" y="2410"/>
                        <a:pt x="3080" y="2590"/>
                      </a:cubicBezTo>
                      <a:cubicBezTo>
                        <a:pt x="3030" y="2680"/>
                        <a:pt x="2960" y="2770"/>
                        <a:pt x="2890" y="2850"/>
                      </a:cubicBezTo>
                      <a:cubicBezTo>
                        <a:pt x="2850" y="2890"/>
                        <a:pt x="2800" y="2930"/>
                        <a:pt x="2760" y="2970"/>
                      </a:cubicBezTo>
                      <a:cubicBezTo>
                        <a:pt x="2720" y="3000"/>
                        <a:pt x="2670" y="3030"/>
                        <a:pt x="2620" y="3060"/>
                      </a:cubicBezTo>
                      <a:cubicBezTo>
                        <a:pt x="2430" y="3190"/>
                        <a:pt x="2200" y="3270"/>
                        <a:pt x="1970" y="3280"/>
                      </a:cubicBezTo>
                      <a:cubicBezTo>
                        <a:pt x="1940" y="3285"/>
                        <a:pt x="1910" y="3287"/>
                        <a:pt x="1880" y="3287"/>
                      </a:cubicBezTo>
                      <a:cubicBezTo>
                        <a:pt x="1850" y="3287"/>
                        <a:pt x="1820" y="3285"/>
                        <a:pt x="1790" y="3280"/>
                      </a:cubicBezTo>
                      <a:cubicBezTo>
                        <a:pt x="1730" y="3280"/>
                        <a:pt x="1670" y="3270"/>
                        <a:pt x="1620" y="3260"/>
                      </a:cubicBezTo>
                      <a:cubicBezTo>
                        <a:pt x="1500" y="3240"/>
                        <a:pt x="1391" y="3210"/>
                        <a:pt x="1281" y="3160"/>
                      </a:cubicBezTo>
                      <a:cubicBezTo>
                        <a:pt x="1071" y="3060"/>
                        <a:pt x="891" y="2910"/>
                        <a:pt x="761" y="2720"/>
                      </a:cubicBezTo>
                      <a:cubicBezTo>
                        <a:pt x="631" y="2540"/>
                        <a:pt x="561" y="2340"/>
                        <a:pt x="531" y="2120"/>
                      </a:cubicBezTo>
                      <a:cubicBezTo>
                        <a:pt x="521" y="2070"/>
                        <a:pt x="521" y="2020"/>
                        <a:pt x="521" y="1970"/>
                      </a:cubicBezTo>
                      <a:cubicBezTo>
                        <a:pt x="521" y="1940"/>
                        <a:pt x="511" y="1920"/>
                        <a:pt x="521" y="1890"/>
                      </a:cubicBezTo>
                      <a:cubicBezTo>
                        <a:pt x="531" y="1870"/>
                        <a:pt x="531" y="1830"/>
                        <a:pt x="531" y="1810"/>
                      </a:cubicBezTo>
                      <a:cubicBezTo>
                        <a:pt x="541" y="1720"/>
                        <a:pt x="561" y="1630"/>
                        <a:pt x="591" y="1540"/>
                      </a:cubicBezTo>
                      <a:cubicBezTo>
                        <a:pt x="651" y="1370"/>
                        <a:pt x="751" y="1220"/>
                        <a:pt x="871" y="1100"/>
                      </a:cubicBezTo>
                      <a:cubicBezTo>
                        <a:pt x="971" y="1000"/>
                        <a:pt x="1081" y="910"/>
                        <a:pt x="1211" y="850"/>
                      </a:cubicBezTo>
                      <a:cubicBezTo>
                        <a:pt x="1311" y="800"/>
                        <a:pt x="1411" y="770"/>
                        <a:pt x="1520" y="750"/>
                      </a:cubicBezTo>
                      <a:cubicBezTo>
                        <a:pt x="1590" y="740"/>
                        <a:pt x="1660" y="730"/>
                        <a:pt x="1730" y="730"/>
                      </a:cubicBezTo>
                      <a:lnTo>
                        <a:pt x="1800" y="730"/>
                      </a:lnTo>
                      <a:lnTo>
                        <a:pt x="180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3" name="Google Shape;313;p38"/>
            <p:cNvGrpSpPr/>
            <p:nvPr/>
          </p:nvGrpSpPr>
          <p:grpSpPr>
            <a:xfrm>
              <a:off x="5535307" y="1152096"/>
              <a:ext cx="480102" cy="478882"/>
              <a:chOff x="5535307" y="1152096"/>
              <a:chExt cx="480102" cy="478882"/>
            </a:xfrm>
          </p:grpSpPr>
          <p:sp>
            <p:nvSpPr>
              <p:cNvPr id="314" name="Google Shape;314;p38"/>
              <p:cNvSpPr/>
              <p:nvPr/>
            </p:nvSpPr>
            <p:spPr>
              <a:xfrm>
                <a:off x="5535307" y="1152096"/>
                <a:ext cx="480102" cy="478882"/>
              </a:xfrm>
              <a:custGeom>
                <a:avLst/>
                <a:gdLst/>
                <a:ahLst/>
                <a:cxnLst/>
                <a:rect l="l" t="t" r="r" b="b"/>
                <a:pathLst>
                  <a:path w="5880" h="5880" extrusionOk="0">
                    <a:moveTo>
                      <a:pt x="2970" y="21"/>
                    </a:moveTo>
                    <a:cubicBezTo>
                      <a:pt x="4589" y="31"/>
                      <a:pt x="5879" y="1361"/>
                      <a:pt x="5859" y="2970"/>
                    </a:cubicBezTo>
                    <a:cubicBezTo>
                      <a:pt x="5849" y="4590"/>
                      <a:pt x="4519" y="5880"/>
                      <a:pt x="2910" y="5860"/>
                    </a:cubicBezTo>
                    <a:cubicBezTo>
                      <a:pt x="1290" y="5850"/>
                      <a:pt x="1" y="4520"/>
                      <a:pt x="21" y="2910"/>
                    </a:cubicBezTo>
                    <a:cubicBezTo>
                      <a:pt x="41" y="1291"/>
                      <a:pt x="1360" y="1"/>
                      <a:pt x="2970" y="2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15" name="Google Shape;315;p38"/>
              <p:cNvGrpSpPr/>
              <p:nvPr/>
            </p:nvGrpSpPr>
            <p:grpSpPr>
              <a:xfrm>
                <a:off x="5630938" y="1290087"/>
                <a:ext cx="288840" cy="202899"/>
                <a:chOff x="5165372" y="922884"/>
                <a:chExt cx="288840" cy="202899"/>
              </a:xfrm>
            </p:grpSpPr>
            <p:sp>
              <p:nvSpPr>
                <p:cNvPr id="316" name="Google Shape;316;p38"/>
                <p:cNvSpPr/>
                <p:nvPr/>
              </p:nvSpPr>
              <p:spPr>
                <a:xfrm>
                  <a:off x="5165372" y="990668"/>
                  <a:ext cx="89883" cy="135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1" h="2091" extrusionOk="0">
                      <a:moveTo>
                        <a:pt x="1170" y="1001"/>
                      </a:moveTo>
                      <a:lnTo>
                        <a:pt x="1170" y="1181"/>
                      </a:lnTo>
                      <a:lnTo>
                        <a:pt x="221" y="1181"/>
                      </a:lnTo>
                      <a:lnTo>
                        <a:pt x="221" y="1001"/>
                      </a:lnTo>
                      <a:close/>
                      <a:moveTo>
                        <a:pt x="1170" y="1341"/>
                      </a:moveTo>
                      <a:lnTo>
                        <a:pt x="1170" y="1531"/>
                      </a:lnTo>
                      <a:lnTo>
                        <a:pt x="221" y="1531"/>
                      </a:lnTo>
                      <a:lnTo>
                        <a:pt x="221" y="1341"/>
                      </a:lnTo>
                      <a:close/>
                      <a:moveTo>
                        <a:pt x="691" y="1"/>
                      </a:moveTo>
                      <a:lnTo>
                        <a:pt x="1" y="771"/>
                      </a:lnTo>
                      <a:lnTo>
                        <a:pt x="1" y="2090"/>
                      </a:lnTo>
                      <a:lnTo>
                        <a:pt x="1390" y="2090"/>
                      </a:lnTo>
                      <a:lnTo>
                        <a:pt x="1390" y="771"/>
                      </a:lnTo>
                      <a:lnTo>
                        <a:pt x="691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" name="Google Shape;317;p38"/>
                <p:cNvSpPr/>
                <p:nvPr/>
              </p:nvSpPr>
              <p:spPr>
                <a:xfrm>
                  <a:off x="5265530" y="922884"/>
                  <a:ext cx="89237" cy="2028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1" h="3140" extrusionOk="0">
                      <a:moveTo>
                        <a:pt x="1170" y="1100"/>
                      </a:moveTo>
                      <a:lnTo>
                        <a:pt x="1170" y="1290"/>
                      </a:lnTo>
                      <a:lnTo>
                        <a:pt x="210" y="1290"/>
                      </a:lnTo>
                      <a:lnTo>
                        <a:pt x="210" y="1100"/>
                      </a:lnTo>
                      <a:close/>
                      <a:moveTo>
                        <a:pt x="1170" y="1450"/>
                      </a:moveTo>
                      <a:lnTo>
                        <a:pt x="1170" y="1630"/>
                      </a:lnTo>
                      <a:lnTo>
                        <a:pt x="210" y="1630"/>
                      </a:lnTo>
                      <a:lnTo>
                        <a:pt x="210" y="1450"/>
                      </a:lnTo>
                      <a:close/>
                      <a:moveTo>
                        <a:pt x="1170" y="2050"/>
                      </a:moveTo>
                      <a:lnTo>
                        <a:pt x="1170" y="2230"/>
                      </a:lnTo>
                      <a:lnTo>
                        <a:pt x="210" y="2230"/>
                      </a:lnTo>
                      <a:lnTo>
                        <a:pt x="210" y="2050"/>
                      </a:lnTo>
                      <a:close/>
                      <a:moveTo>
                        <a:pt x="1170" y="2390"/>
                      </a:moveTo>
                      <a:lnTo>
                        <a:pt x="1170" y="2580"/>
                      </a:lnTo>
                      <a:lnTo>
                        <a:pt x="210" y="2580"/>
                      </a:lnTo>
                      <a:lnTo>
                        <a:pt x="210" y="2390"/>
                      </a:lnTo>
                      <a:close/>
                      <a:moveTo>
                        <a:pt x="1380" y="0"/>
                      </a:moveTo>
                      <a:lnTo>
                        <a:pt x="0" y="970"/>
                      </a:lnTo>
                      <a:lnTo>
                        <a:pt x="0" y="3139"/>
                      </a:lnTo>
                      <a:lnTo>
                        <a:pt x="1380" y="3139"/>
                      </a:lnTo>
                      <a:lnTo>
                        <a:pt x="138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" name="Google Shape;318;p38"/>
                <p:cNvSpPr/>
                <p:nvPr/>
              </p:nvSpPr>
              <p:spPr>
                <a:xfrm>
                  <a:off x="5365687" y="990668"/>
                  <a:ext cx="88526" cy="135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0" h="2091" extrusionOk="0">
                      <a:moveTo>
                        <a:pt x="1160" y="1001"/>
                      </a:moveTo>
                      <a:lnTo>
                        <a:pt x="1170" y="1181"/>
                      </a:lnTo>
                      <a:lnTo>
                        <a:pt x="210" y="1181"/>
                      </a:lnTo>
                      <a:lnTo>
                        <a:pt x="210" y="1001"/>
                      </a:lnTo>
                      <a:close/>
                      <a:moveTo>
                        <a:pt x="1160" y="1341"/>
                      </a:moveTo>
                      <a:lnTo>
                        <a:pt x="1170" y="1531"/>
                      </a:lnTo>
                      <a:lnTo>
                        <a:pt x="210" y="1531"/>
                      </a:lnTo>
                      <a:lnTo>
                        <a:pt x="210" y="1341"/>
                      </a:lnTo>
                      <a:close/>
                      <a:moveTo>
                        <a:pt x="690" y="1"/>
                      </a:moveTo>
                      <a:lnTo>
                        <a:pt x="0" y="771"/>
                      </a:lnTo>
                      <a:lnTo>
                        <a:pt x="0" y="2090"/>
                      </a:lnTo>
                      <a:lnTo>
                        <a:pt x="1370" y="2090"/>
                      </a:lnTo>
                      <a:lnTo>
                        <a:pt x="1370" y="771"/>
                      </a:lnTo>
                      <a:lnTo>
                        <a:pt x="69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9" name="Google Shape;319;p38"/>
            <p:cNvGrpSpPr/>
            <p:nvPr/>
          </p:nvGrpSpPr>
          <p:grpSpPr>
            <a:xfrm>
              <a:off x="4937792" y="2031512"/>
              <a:ext cx="543707" cy="542326"/>
              <a:chOff x="4937792" y="2031512"/>
              <a:chExt cx="543707" cy="542326"/>
            </a:xfrm>
          </p:grpSpPr>
          <p:sp>
            <p:nvSpPr>
              <p:cNvPr id="320" name="Google Shape;320;p38"/>
              <p:cNvSpPr/>
              <p:nvPr/>
            </p:nvSpPr>
            <p:spPr>
              <a:xfrm>
                <a:off x="4937792" y="2031512"/>
                <a:ext cx="543707" cy="542326"/>
              </a:xfrm>
              <a:custGeom>
                <a:avLst/>
                <a:gdLst/>
                <a:ahLst/>
                <a:cxnLst/>
                <a:rect l="l" t="t" r="r" b="b"/>
                <a:pathLst>
                  <a:path w="6659" h="6659" extrusionOk="0">
                    <a:moveTo>
                      <a:pt x="4529" y="660"/>
                    </a:moveTo>
                    <a:cubicBezTo>
                      <a:pt x="5999" y="1320"/>
                      <a:pt x="6659" y="3050"/>
                      <a:pt x="5999" y="4529"/>
                    </a:cubicBezTo>
                    <a:cubicBezTo>
                      <a:pt x="5339" y="5999"/>
                      <a:pt x="3609" y="6659"/>
                      <a:pt x="2140" y="5999"/>
                    </a:cubicBezTo>
                    <a:cubicBezTo>
                      <a:pt x="660" y="5339"/>
                      <a:pt x="0" y="3609"/>
                      <a:pt x="660" y="2130"/>
                    </a:cubicBezTo>
                    <a:cubicBezTo>
                      <a:pt x="1320" y="660"/>
                      <a:pt x="3050" y="0"/>
                      <a:pt x="4529" y="66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38"/>
              <p:cNvSpPr/>
              <p:nvPr/>
            </p:nvSpPr>
            <p:spPr>
              <a:xfrm>
                <a:off x="5084934" y="2231175"/>
                <a:ext cx="249424" cy="142999"/>
              </a:xfrm>
              <a:custGeom>
                <a:avLst/>
                <a:gdLst/>
                <a:ahLst/>
                <a:cxnLst/>
                <a:rect l="l" t="t" r="r" b="b"/>
                <a:pathLst>
                  <a:path w="3860" h="2213" extrusionOk="0">
                    <a:moveTo>
                      <a:pt x="1027" y="0"/>
                    </a:moveTo>
                    <a:cubicBezTo>
                      <a:pt x="890" y="0"/>
                      <a:pt x="756" y="28"/>
                      <a:pt x="631" y="83"/>
                    </a:cubicBezTo>
                    <a:cubicBezTo>
                      <a:pt x="511" y="133"/>
                      <a:pt x="401" y="213"/>
                      <a:pt x="301" y="303"/>
                    </a:cubicBezTo>
                    <a:cubicBezTo>
                      <a:pt x="111" y="493"/>
                      <a:pt x="1" y="753"/>
                      <a:pt x="1" y="1022"/>
                    </a:cubicBezTo>
                    <a:cubicBezTo>
                      <a:pt x="1" y="1162"/>
                      <a:pt x="31" y="1292"/>
                      <a:pt x="81" y="1422"/>
                    </a:cubicBezTo>
                    <a:cubicBezTo>
                      <a:pt x="141" y="1542"/>
                      <a:pt x="211" y="1652"/>
                      <a:pt x="301" y="1752"/>
                    </a:cubicBezTo>
                    <a:cubicBezTo>
                      <a:pt x="401" y="1842"/>
                      <a:pt x="511" y="1912"/>
                      <a:pt x="631" y="1962"/>
                    </a:cubicBezTo>
                    <a:cubicBezTo>
                      <a:pt x="760" y="2018"/>
                      <a:pt x="897" y="2047"/>
                      <a:pt x="1034" y="2047"/>
                    </a:cubicBezTo>
                    <a:cubicBezTo>
                      <a:pt x="1120" y="2047"/>
                      <a:pt x="1206" y="2035"/>
                      <a:pt x="1290" y="2012"/>
                    </a:cubicBezTo>
                    <a:lnTo>
                      <a:pt x="1340" y="2212"/>
                    </a:lnTo>
                    <a:lnTo>
                      <a:pt x="1820" y="1742"/>
                    </a:lnTo>
                    <a:lnTo>
                      <a:pt x="1170" y="1562"/>
                    </a:lnTo>
                    <a:lnTo>
                      <a:pt x="1220" y="1782"/>
                    </a:lnTo>
                    <a:cubicBezTo>
                      <a:pt x="1159" y="1798"/>
                      <a:pt x="1094" y="1806"/>
                      <a:pt x="1029" y="1806"/>
                    </a:cubicBezTo>
                    <a:cubicBezTo>
                      <a:pt x="925" y="1806"/>
                      <a:pt x="819" y="1785"/>
                      <a:pt x="721" y="1742"/>
                    </a:cubicBezTo>
                    <a:cubicBezTo>
                      <a:pt x="631" y="1702"/>
                      <a:pt x="551" y="1652"/>
                      <a:pt x="471" y="1572"/>
                    </a:cubicBezTo>
                    <a:cubicBezTo>
                      <a:pt x="171" y="1272"/>
                      <a:pt x="171" y="783"/>
                      <a:pt x="471" y="473"/>
                    </a:cubicBezTo>
                    <a:cubicBezTo>
                      <a:pt x="551" y="403"/>
                      <a:pt x="631" y="343"/>
                      <a:pt x="721" y="303"/>
                    </a:cubicBezTo>
                    <a:cubicBezTo>
                      <a:pt x="821" y="263"/>
                      <a:pt x="925" y="243"/>
                      <a:pt x="1029" y="243"/>
                    </a:cubicBezTo>
                    <a:cubicBezTo>
                      <a:pt x="1133" y="243"/>
                      <a:pt x="1235" y="263"/>
                      <a:pt x="1330" y="303"/>
                    </a:cubicBezTo>
                    <a:cubicBezTo>
                      <a:pt x="1430" y="343"/>
                      <a:pt x="1510" y="403"/>
                      <a:pt x="1580" y="473"/>
                    </a:cubicBezTo>
                    <a:cubicBezTo>
                      <a:pt x="1730" y="623"/>
                      <a:pt x="1810" y="823"/>
                      <a:pt x="1810" y="1022"/>
                    </a:cubicBezTo>
                    <a:cubicBezTo>
                      <a:pt x="1810" y="1292"/>
                      <a:pt x="1920" y="1552"/>
                      <a:pt x="2110" y="1752"/>
                    </a:cubicBezTo>
                    <a:cubicBezTo>
                      <a:pt x="2200" y="1842"/>
                      <a:pt x="2310" y="1912"/>
                      <a:pt x="2440" y="1962"/>
                    </a:cubicBezTo>
                    <a:cubicBezTo>
                      <a:pt x="2565" y="2017"/>
                      <a:pt x="2700" y="2045"/>
                      <a:pt x="2835" y="2045"/>
                    </a:cubicBezTo>
                    <a:cubicBezTo>
                      <a:pt x="2970" y="2045"/>
                      <a:pt x="3105" y="2017"/>
                      <a:pt x="3230" y="1962"/>
                    </a:cubicBezTo>
                    <a:cubicBezTo>
                      <a:pt x="3350" y="1912"/>
                      <a:pt x="3460" y="1842"/>
                      <a:pt x="3560" y="1752"/>
                    </a:cubicBezTo>
                    <a:cubicBezTo>
                      <a:pt x="3750" y="1562"/>
                      <a:pt x="3860" y="1292"/>
                      <a:pt x="3860" y="1022"/>
                    </a:cubicBezTo>
                    <a:cubicBezTo>
                      <a:pt x="3860" y="893"/>
                      <a:pt x="3830" y="753"/>
                      <a:pt x="3780" y="623"/>
                    </a:cubicBezTo>
                    <a:cubicBezTo>
                      <a:pt x="3615" y="233"/>
                      <a:pt x="3238" y="1"/>
                      <a:pt x="2840" y="1"/>
                    </a:cubicBezTo>
                    <a:cubicBezTo>
                      <a:pt x="2707" y="1"/>
                      <a:pt x="2571" y="27"/>
                      <a:pt x="2440" y="83"/>
                    </a:cubicBezTo>
                    <a:cubicBezTo>
                      <a:pt x="2310" y="100"/>
                      <a:pt x="2383" y="320"/>
                      <a:pt x="2483" y="320"/>
                    </a:cubicBezTo>
                    <a:cubicBezTo>
                      <a:pt x="2498" y="320"/>
                      <a:pt x="2514" y="315"/>
                      <a:pt x="2530" y="303"/>
                    </a:cubicBezTo>
                    <a:cubicBezTo>
                      <a:pt x="2625" y="263"/>
                      <a:pt x="2728" y="243"/>
                      <a:pt x="2831" y="243"/>
                    </a:cubicBezTo>
                    <a:cubicBezTo>
                      <a:pt x="2935" y="243"/>
                      <a:pt x="3040" y="263"/>
                      <a:pt x="3140" y="303"/>
                    </a:cubicBezTo>
                    <a:cubicBezTo>
                      <a:pt x="3650" y="523"/>
                      <a:pt x="3780" y="1182"/>
                      <a:pt x="3390" y="1572"/>
                    </a:cubicBezTo>
                    <a:cubicBezTo>
                      <a:pt x="3310" y="1652"/>
                      <a:pt x="3230" y="1702"/>
                      <a:pt x="3140" y="1742"/>
                    </a:cubicBezTo>
                    <a:cubicBezTo>
                      <a:pt x="3040" y="1782"/>
                      <a:pt x="2935" y="1802"/>
                      <a:pt x="2831" y="1802"/>
                    </a:cubicBezTo>
                    <a:cubicBezTo>
                      <a:pt x="2728" y="1802"/>
                      <a:pt x="2625" y="1782"/>
                      <a:pt x="2530" y="1742"/>
                    </a:cubicBezTo>
                    <a:cubicBezTo>
                      <a:pt x="2430" y="1702"/>
                      <a:pt x="2350" y="1652"/>
                      <a:pt x="2280" y="1572"/>
                    </a:cubicBezTo>
                    <a:cubicBezTo>
                      <a:pt x="2130" y="1432"/>
                      <a:pt x="2050" y="1232"/>
                      <a:pt x="2050" y="1022"/>
                    </a:cubicBezTo>
                    <a:cubicBezTo>
                      <a:pt x="2050" y="893"/>
                      <a:pt x="2020" y="753"/>
                      <a:pt x="1970" y="623"/>
                    </a:cubicBezTo>
                    <a:cubicBezTo>
                      <a:pt x="1870" y="383"/>
                      <a:pt x="1670" y="183"/>
                      <a:pt x="1430" y="83"/>
                    </a:cubicBezTo>
                    <a:cubicBezTo>
                      <a:pt x="1300" y="28"/>
                      <a:pt x="1163" y="0"/>
                      <a:pt x="102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2" name="Google Shape;322;p38"/>
            <p:cNvGrpSpPr/>
            <p:nvPr/>
          </p:nvGrpSpPr>
          <p:grpSpPr>
            <a:xfrm>
              <a:off x="7522995" y="1329640"/>
              <a:ext cx="492349" cy="491017"/>
              <a:chOff x="7522995" y="1329640"/>
              <a:chExt cx="492349" cy="491017"/>
            </a:xfrm>
          </p:grpSpPr>
          <p:sp>
            <p:nvSpPr>
              <p:cNvPr id="323" name="Google Shape;323;p38"/>
              <p:cNvSpPr/>
              <p:nvPr/>
            </p:nvSpPr>
            <p:spPr>
              <a:xfrm>
                <a:off x="7522995" y="1329640"/>
                <a:ext cx="492349" cy="491017"/>
              </a:xfrm>
              <a:custGeom>
                <a:avLst/>
                <a:gdLst/>
                <a:ahLst/>
                <a:cxnLst/>
                <a:rect l="l" t="t" r="r" b="b"/>
                <a:pathLst>
                  <a:path w="6030" h="6029" extrusionOk="0">
                    <a:moveTo>
                      <a:pt x="5939" y="2840"/>
                    </a:moveTo>
                    <a:cubicBezTo>
                      <a:pt x="6029" y="4449"/>
                      <a:pt x="4799" y="5839"/>
                      <a:pt x="3190" y="5929"/>
                    </a:cubicBezTo>
                    <a:cubicBezTo>
                      <a:pt x="1580" y="6029"/>
                      <a:pt x="201" y="4799"/>
                      <a:pt x="101" y="3190"/>
                    </a:cubicBezTo>
                    <a:cubicBezTo>
                      <a:pt x="1" y="1580"/>
                      <a:pt x="1230" y="190"/>
                      <a:pt x="2840" y="100"/>
                    </a:cubicBezTo>
                    <a:cubicBezTo>
                      <a:pt x="4459" y="0"/>
                      <a:pt x="5839" y="1230"/>
                      <a:pt x="5939" y="28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38"/>
              <p:cNvSpPr/>
              <p:nvPr/>
            </p:nvSpPr>
            <p:spPr>
              <a:xfrm>
                <a:off x="7604527" y="1487326"/>
                <a:ext cx="329285" cy="175646"/>
              </a:xfrm>
              <a:custGeom>
                <a:avLst/>
                <a:gdLst/>
                <a:ahLst/>
                <a:cxnLst/>
                <a:rect l="l" t="t" r="r" b="b"/>
                <a:pathLst>
                  <a:path w="5090" h="2711" extrusionOk="0">
                    <a:moveTo>
                      <a:pt x="2470" y="371"/>
                    </a:moveTo>
                    <a:lnTo>
                      <a:pt x="2470" y="661"/>
                    </a:lnTo>
                    <a:cubicBezTo>
                      <a:pt x="2360" y="661"/>
                      <a:pt x="2240" y="681"/>
                      <a:pt x="2130" y="701"/>
                    </a:cubicBezTo>
                    <a:cubicBezTo>
                      <a:pt x="2190" y="551"/>
                      <a:pt x="2310" y="431"/>
                      <a:pt x="2470" y="371"/>
                    </a:cubicBezTo>
                    <a:close/>
                    <a:moveTo>
                      <a:pt x="2620" y="371"/>
                    </a:moveTo>
                    <a:cubicBezTo>
                      <a:pt x="2770" y="421"/>
                      <a:pt x="2890" y="551"/>
                      <a:pt x="2950" y="701"/>
                    </a:cubicBezTo>
                    <a:cubicBezTo>
                      <a:pt x="2840" y="681"/>
                      <a:pt x="2730" y="671"/>
                      <a:pt x="2620" y="671"/>
                    </a:cubicBezTo>
                    <a:lnTo>
                      <a:pt x="2620" y="661"/>
                    </a:lnTo>
                    <a:lnTo>
                      <a:pt x="2620" y="371"/>
                    </a:lnTo>
                    <a:close/>
                    <a:moveTo>
                      <a:pt x="2230" y="331"/>
                    </a:moveTo>
                    <a:lnTo>
                      <a:pt x="2230" y="331"/>
                    </a:lnTo>
                    <a:cubicBezTo>
                      <a:pt x="2110" y="661"/>
                      <a:pt x="1850" y="921"/>
                      <a:pt x="1520" y="1041"/>
                    </a:cubicBezTo>
                    <a:cubicBezTo>
                      <a:pt x="1630" y="701"/>
                      <a:pt x="1890" y="441"/>
                      <a:pt x="2230" y="331"/>
                    </a:cubicBezTo>
                    <a:close/>
                    <a:moveTo>
                      <a:pt x="2870" y="331"/>
                    </a:moveTo>
                    <a:lnTo>
                      <a:pt x="2870" y="331"/>
                    </a:lnTo>
                    <a:cubicBezTo>
                      <a:pt x="3210" y="441"/>
                      <a:pt x="3470" y="701"/>
                      <a:pt x="3580" y="1041"/>
                    </a:cubicBezTo>
                    <a:cubicBezTo>
                      <a:pt x="3460" y="911"/>
                      <a:pt x="3300" y="811"/>
                      <a:pt x="3140" y="761"/>
                    </a:cubicBezTo>
                    <a:lnTo>
                      <a:pt x="3150" y="761"/>
                    </a:lnTo>
                    <a:cubicBezTo>
                      <a:pt x="3090" y="601"/>
                      <a:pt x="3000" y="451"/>
                      <a:pt x="2870" y="331"/>
                    </a:cubicBezTo>
                    <a:close/>
                    <a:moveTo>
                      <a:pt x="1890" y="941"/>
                    </a:moveTo>
                    <a:lnTo>
                      <a:pt x="1890" y="941"/>
                    </a:lnTo>
                    <a:cubicBezTo>
                      <a:pt x="1870" y="1061"/>
                      <a:pt x="1850" y="1171"/>
                      <a:pt x="1850" y="1281"/>
                    </a:cubicBezTo>
                    <a:lnTo>
                      <a:pt x="1560" y="1281"/>
                    </a:lnTo>
                    <a:cubicBezTo>
                      <a:pt x="1610" y="1121"/>
                      <a:pt x="1740" y="1001"/>
                      <a:pt x="1890" y="941"/>
                    </a:cubicBezTo>
                    <a:close/>
                    <a:moveTo>
                      <a:pt x="2470" y="821"/>
                    </a:moveTo>
                    <a:lnTo>
                      <a:pt x="2470" y="1281"/>
                    </a:lnTo>
                    <a:lnTo>
                      <a:pt x="2000" y="1281"/>
                    </a:lnTo>
                    <a:cubicBezTo>
                      <a:pt x="2010" y="1141"/>
                      <a:pt x="2030" y="1011"/>
                      <a:pt x="2070" y="871"/>
                    </a:cubicBezTo>
                    <a:cubicBezTo>
                      <a:pt x="2200" y="841"/>
                      <a:pt x="2330" y="821"/>
                      <a:pt x="2470" y="821"/>
                    </a:cubicBezTo>
                    <a:close/>
                    <a:moveTo>
                      <a:pt x="2620" y="821"/>
                    </a:moveTo>
                    <a:cubicBezTo>
                      <a:pt x="2750" y="821"/>
                      <a:pt x="2890" y="841"/>
                      <a:pt x="3020" y="881"/>
                    </a:cubicBezTo>
                    <a:cubicBezTo>
                      <a:pt x="3060" y="1011"/>
                      <a:pt x="3080" y="1151"/>
                      <a:pt x="3090" y="1281"/>
                    </a:cubicBezTo>
                    <a:lnTo>
                      <a:pt x="2620" y="1281"/>
                    </a:lnTo>
                    <a:lnTo>
                      <a:pt x="2620" y="821"/>
                    </a:lnTo>
                    <a:close/>
                    <a:moveTo>
                      <a:pt x="3200" y="951"/>
                    </a:moveTo>
                    <a:cubicBezTo>
                      <a:pt x="3350" y="1011"/>
                      <a:pt x="3470" y="1131"/>
                      <a:pt x="3530" y="1281"/>
                    </a:cubicBezTo>
                    <a:lnTo>
                      <a:pt x="3240" y="1281"/>
                    </a:lnTo>
                    <a:cubicBezTo>
                      <a:pt x="3230" y="1171"/>
                      <a:pt x="3220" y="1061"/>
                      <a:pt x="3200" y="951"/>
                    </a:cubicBezTo>
                    <a:close/>
                    <a:moveTo>
                      <a:pt x="1850" y="1431"/>
                    </a:moveTo>
                    <a:cubicBezTo>
                      <a:pt x="1850" y="1541"/>
                      <a:pt x="1870" y="1651"/>
                      <a:pt x="1890" y="1761"/>
                    </a:cubicBezTo>
                    <a:cubicBezTo>
                      <a:pt x="1740" y="1701"/>
                      <a:pt x="1610" y="1581"/>
                      <a:pt x="1550" y="1431"/>
                    </a:cubicBezTo>
                    <a:close/>
                    <a:moveTo>
                      <a:pt x="3540" y="1431"/>
                    </a:moveTo>
                    <a:cubicBezTo>
                      <a:pt x="3480" y="1591"/>
                      <a:pt x="3360" y="1711"/>
                      <a:pt x="3200" y="1771"/>
                    </a:cubicBezTo>
                    <a:cubicBezTo>
                      <a:pt x="3220" y="1661"/>
                      <a:pt x="3230" y="1551"/>
                      <a:pt x="3240" y="1431"/>
                    </a:cubicBezTo>
                    <a:close/>
                    <a:moveTo>
                      <a:pt x="2470" y="1431"/>
                    </a:moveTo>
                    <a:lnTo>
                      <a:pt x="2470" y="1900"/>
                    </a:lnTo>
                    <a:cubicBezTo>
                      <a:pt x="2330" y="1890"/>
                      <a:pt x="2200" y="1870"/>
                      <a:pt x="2070" y="1831"/>
                    </a:cubicBezTo>
                    <a:cubicBezTo>
                      <a:pt x="2030" y="1701"/>
                      <a:pt x="2010" y="1571"/>
                      <a:pt x="2000" y="1431"/>
                    </a:cubicBezTo>
                    <a:close/>
                    <a:moveTo>
                      <a:pt x="3090" y="1431"/>
                    </a:moveTo>
                    <a:cubicBezTo>
                      <a:pt x="3080" y="1571"/>
                      <a:pt x="3060" y="1701"/>
                      <a:pt x="3020" y="1840"/>
                    </a:cubicBezTo>
                    <a:cubicBezTo>
                      <a:pt x="2890" y="1870"/>
                      <a:pt x="2750" y="1900"/>
                      <a:pt x="2620" y="1900"/>
                    </a:cubicBezTo>
                    <a:lnTo>
                      <a:pt x="2620" y="1431"/>
                    </a:lnTo>
                    <a:close/>
                    <a:moveTo>
                      <a:pt x="2130" y="2010"/>
                    </a:moveTo>
                    <a:lnTo>
                      <a:pt x="2130" y="2010"/>
                    </a:lnTo>
                    <a:cubicBezTo>
                      <a:pt x="2240" y="2030"/>
                      <a:pt x="2360" y="2050"/>
                      <a:pt x="2470" y="2050"/>
                    </a:cubicBezTo>
                    <a:lnTo>
                      <a:pt x="2470" y="2350"/>
                    </a:lnTo>
                    <a:cubicBezTo>
                      <a:pt x="2310" y="2290"/>
                      <a:pt x="2190" y="2160"/>
                      <a:pt x="2130" y="2010"/>
                    </a:cubicBezTo>
                    <a:close/>
                    <a:moveTo>
                      <a:pt x="2950" y="2010"/>
                    </a:moveTo>
                    <a:lnTo>
                      <a:pt x="2950" y="2010"/>
                    </a:lnTo>
                    <a:cubicBezTo>
                      <a:pt x="2890" y="2160"/>
                      <a:pt x="2770" y="2290"/>
                      <a:pt x="2620" y="2350"/>
                    </a:cubicBezTo>
                    <a:lnTo>
                      <a:pt x="2620" y="2050"/>
                    </a:lnTo>
                    <a:cubicBezTo>
                      <a:pt x="2730" y="2050"/>
                      <a:pt x="2840" y="2030"/>
                      <a:pt x="2950" y="2010"/>
                    </a:cubicBezTo>
                    <a:close/>
                    <a:moveTo>
                      <a:pt x="3580" y="1671"/>
                    </a:moveTo>
                    <a:cubicBezTo>
                      <a:pt x="3471" y="2015"/>
                      <a:pt x="3208" y="2272"/>
                      <a:pt x="2875" y="2385"/>
                    </a:cubicBezTo>
                    <a:lnTo>
                      <a:pt x="2875" y="2385"/>
                    </a:lnTo>
                    <a:cubicBezTo>
                      <a:pt x="3002" y="2266"/>
                      <a:pt x="3091" y="2118"/>
                      <a:pt x="3150" y="1950"/>
                    </a:cubicBezTo>
                    <a:cubicBezTo>
                      <a:pt x="3310" y="1900"/>
                      <a:pt x="3460" y="1811"/>
                      <a:pt x="3580" y="1671"/>
                    </a:cubicBezTo>
                    <a:close/>
                    <a:moveTo>
                      <a:pt x="1520" y="1681"/>
                    </a:moveTo>
                    <a:lnTo>
                      <a:pt x="1520" y="1681"/>
                    </a:lnTo>
                    <a:cubicBezTo>
                      <a:pt x="1850" y="1801"/>
                      <a:pt x="2110" y="2060"/>
                      <a:pt x="2230" y="2390"/>
                    </a:cubicBezTo>
                    <a:cubicBezTo>
                      <a:pt x="1890" y="2280"/>
                      <a:pt x="1620" y="2020"/>
                      <a:pt x="1520" y="1681"/>
                    </a:cubicBezTo>
                    <a:close/>
                    <a:moveTo>
                      <a:pt x="2540" y="1"/>
                    </a:moveTo>
                    <a:cubicBezTo>
                      <a:pt x="1140" y="1"/>
                      <a:pt x="1" y="1361"/>
                      <a:pt x="1" y="1361"/>
                    </a:cubicBezTo>
                    <a:cubicBezTo>
                      <a:pt x="1" y="1361"/>
                      <a:pt x="1140" y="2710"/>
                      <a:pt x="2540" y="2710"/>
                    </a:cubicBezTo>
                    <a:cubicBezTo>
                      <a:pt x="3950" y="2710"/>
                      <a:pt x="5089" y="1371"/>
                      <a:pt x="5089" y="1371"/>
                    </a:cubicBezTo>
                    <a:cubicBezTo>
                      <a:pt x="5089" y="1371"/>
                      <a:pt x="3950" y="1"/>
                      <a:pt x="254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5" name="Google Shape;325;p38"/>
            <p:cNvGrpSpPr/>
            <p:nvPr/>
          </p:nvGrpSpPr>
          <p:grpSpPr>
            <a:xfrm>
              <a:off x="7495234" y="3300874"/>
              <a:ext cx="544606" cy="543140"/>
              <a:chOff x="7495234" y="3300874"/>
              <a:chExt cx="544606" cy="543140"/>
            </a:xfrm>
          </p:grpSpPr>
          <p:sp>
            <p:nvSpPr>
              <p:cNvPr id="326" name="Google Shape;326;p38"/>
              <p:cNvSpPr/>
              <p:nvPr/>
            </p:nvSpPr>
            <p:spPr>
              <a:xfrm>
                <a:off x="7495234" y="3300874"/>
                <a:ext cx="544606" cy="543140"/>
              </a:xfrm>
              <a:custGeom>
                <a:avLst/>
                <a:gdLst/>
                <a:ahLst/>
                <a:cxnLst/>
                <a:rect l="l" t="t" r="r" b="b"/>
                <a:pathLst>
                  <a:path w="6670" h="6669" extrusionOk="0">
                    <a:moveTo>
                      <a:pt x="4600" y="700"/>
                    </a:moveTo>
                    <a:cubicBezTo>
                      <a:pt x="6059" y="1400"/>
                      <a:pt x="6669" y="3150"/>
                      <a:pt x="5959" y="4599"/>
                    </a:cubicBezTo>
                    <a:cubicBezTo>
                      <a:pt x="5259" y="6059"/>
                      <a:pt x="3510" y="6669"/>
                      <a:pt x="2060" y="5959"/>
                    </a:cubicBezTo>
                    <a:cubicBezTo>
                      <a:pt x="611" y="5259"/>
                      <a:pt x="1" y="3510"/>
                      <a:pt x="701" y="2060"/>
                    </a:cubicBezTo>
                    <a:cubicBezTo>
                      <a:pt x="1400" y="610"/>
                      <a:pt x="3150" y="0"/>
                      <a:pt x="4600" y="70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8"/>
              <p:cNvSpPr/>
              <p:nvPr/>
            </p:nvSpPr>
            <p:spPr>
              <a:xfrm>
                <a:off x="7636851" y="3519086"/>
                <a:ext cx="261370" cy="106718"/>
              </a:xfrm>
              <a:custGeom>
                <a:avLst/>
                <a:gdLst/>
                <a:ahLst/>
                <a:cxnLst/>
                <a:rect l="l" t="t" r="r" b="b"/>
                <a:pathLst>
                  <a:path w="4430" h="1811" extrusionOk="0">
                    <a:moveTo>
                      <a:pt x="3223" y="363"/>
                    </a:moveTo>
                    <a:cubicBezTo>
                      <a:pt x="3395" y="363"/>
                      <a:pt x="3560" y="497"/>
                      <a:pt x="3560" y="701"/>
                    </a:cubicBezTo>
                    <a:cubicBezTo>
                      <a:pt x="3560" y="881"/>
                      <a:pt x="3410" y="1031"/>
                      <a:pt x="3230" y="1031"/>
                    </a:cubicBezTo>
                    <a:cubicBezTo>
                      <a:pt x="2930" y="1031"/>
                      <a:pt x="2780" y="671"/>
                      <a:pt x="2990" y="461"/>
                    </a:cubicBezTo>
                    <a:cubicBezTo>
                      <a:pt x="3058" y="393"/>
                      <a:pt x="3141" y="363"/>
                      <a:pt x="3223" y="363"/>
                    </a:cubicBezTo>
                    <a:close/>
                    <a:moveTo>
                      <a:pt x="2620" y="1"/>
                    </a:moveTo>
                    <a:cubicBezTo>
                      <a:pt x="1961" y="1"/>
                      <a:pt x="1391" y="381"/>
                      <a:pt x="1071" y="651"/>
                    </a:cubicBezTo>
                    <a:cubicBezTo>
                      <a:pt x="961" y="311"/>
                      <a:pt x="641" y="81"/>
                      <a:pt x="291" y="81"/>
                    </a:cubicBezTo>
                    <a:cubicBezTo>
                      <a:pt x="191" y="81"/>
                      <a:pt x="91" y="101"/>
                      <a:pt x="1" y="131"/>
                    </a:cubicBezTo>
                    <a:cubicBezTo>
                      <a:pt x="721" y="401"/>
                      <a:pt x="721" y="1411"/>
                      <a:pt x="1" y="1680"/>
                    </a:cubicBezTo>
                    <a:cubicBezTo>
                      <a:pt x="91" y="1710"/>
                      <a:pt x="191" y="1720"/>
                      <a:pt x="291" y="1720"/>
                    </a:cubicBezTo>
                    <a:cubicBezTo>
                      <a:pt x="641" y="1720"/>
                      <a:pt x="961" y="1491"/>
                      <a:pt x="1071" y="1161"/>
                    </a:cubicBezTo>
                    <a:cubicBezTo>
                      <a:pt x="1391" y="1421"/>
                      <a:pt x="1961" y="1810"/>
                      <a:pt x="2620" y="1810"/>
                    </a:cubicBezTo>
                    <a:cubicBezTo>
                      <a:pt x="3620" y="1810"/>
                      <a:pt x="4430" y="901"/>
                      <a:pt x="4430" y="901"/>
                    </a:cubicBezTo>
                    <a:cubicBezTo>
                      <a:pt x="4430" y="901"/>
                      <a:pt x="3620" y="1"/>
                      <a:pt x="262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8" name="Google Shape;328;p38"/>
            <p:cNvGrpSpPr/>
            <p:nvPr/>
          </p:nvGrpSpPr>
          <p:grpSpPr>
            <a:xfrm>
              <a:off x="7060121" y="3630635"/>
              <a:ext cx="542973" cy="541511"/>
              <a:chOff x="7060121" y="3630635"/>
              <a:chExt cx="542973" cy="541511"/>
            </a:xfrm>
          </p:grpSpPr>
          <p:sp>
            <p:nvSpPr>
              <p:cNvPr id="329" name="Google Shape;329;p38"/>
              <p:cNvSpPr/>
              <p:nvPr/>
            </p:nvSpPr>
            <p:spPr>
              <a:xfrm>
                <a:off x="7060121" y="3630635"/>
                <a:ext cx="542973" cy="541511"/>
              </a:xfrm>
              <a:custGeom>
                <a:avLst/>
                <a:gdLst/>
                <a:ahLst/>
                <a:cxnLst/>
                <a:rect l="l" t="t" r="r" b="b"/>
                <a:pathLst>
                  <a:path w="6650" h="6649" extrusionOk="0">
                    <a:moveTo>
                      <a:pt x="4490" y="640"/>
                    </a:moveTo>
                    <a:cubicBezTo>
                      <a:pt x="5970" y="1290"/>
                      <a:pt x="6649" y="3010"/>
                      <a:pt x="6000" y="4489"/>
                    </a:cubicBezTo>
                    <a:cubicBezTo>
                      <a:pt x="5350" y="5969"/>
                      <a:pt x="3630" y="6649"/>
                      <a:pt x="2150" y="5999"/>
                    </a:cubicBezTo>
                    <a:cubicBezTo>
                      <a:pt x="671" y="5359"/>
                      <a:pt x="1" y="3630"/>
                      <a:pt x="641" y="2150"/>
                    </a:cubicBezTo>
                    <a:cubicBezTo>
                      <a:pt x="1291" y="670"/>
                      <a:pt x="3010" y="0"/>
                      <a:pt x="4490" y="64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8"/>
              <p:cNvSpPr/>
              <p:nvPr/>
            </p:nvSpPr>
            <p:spPr>
              <a:xfrm>
                <a:off x="7224180" y="3773448"/>
                <a:ext cx="214853" cy="255885"/>
              </a:xfrm>
              <a:custGeom>
                <a:avLst/>
                <a:gdLst/>
                <a:ahLst/>
                <a:cxnLst/>
                <a:rect l="l" t="t" r="r" b="b"/>
                <a:pathLst>
                  <a:path w="3325" h="3960" extrusionOk="0">
                    <a:moveTo>
                      <a:pt x="1937" y="1500"/>
                    </a:moveTo>
                    <a:lnTo>
                      <a:pt x="1937" y="1500"/>
                    </a:lnTo>
                    <a:cubicBezTo>
                      <a:pt x="1927" y="1540"/>
                      <a:pt x="1927" y="1580"/>
                      <a:pt x="1927" y="1630"/>
                    </a:cubicBezTo>
                    <a:cubicBezTo>
                      <a:pt x="1927" y="1780"/>
                      <a:pt x="1977" y="1930"/>
                      <a:pt x="2077" y="2040"/>
                    </a:cubicBezTo>
                    <a:lnTo>
                      <a:pt x="1817" y="2220"/>
                    </a:lnTo>
                    <a:lnTo>
                      <a:pt x="1767" y="1550"/>
                    </a:lnTo>
                    <a:cubicBezTo>
                      <a:pt x="1827" y="1540"/>
                      <a:pt x="1877" y="1520"/>
                      <a:pt x="1937" y="1500"/>
                    </a:cubicBezTo>
                    <a:close/>
                    <a:moveTo>
                      <a:pt x="1378" y="1500"/>
                    </a:moveTo>
                    <a:lnTo>
                      <a:pt x="1378" y="1500"/>
                    </a:lnTo>
                    <a:cubicBezTo>
                      <a:pt x="1437" y="1520"/>
                      <a:pt x="1497" y="1540"/>
                      <a:pt x="1557" y="1550"/>
                    </a:cubicBezTo>
                    <a:lnTo>
                      <a:pt x="1497" y="2230"/>
                    </a:lnTo>
                    <a:lnTo>
                      <a:pt x="1248" y="2050"/>
                    </a:lnTo>
                    <a:cubicBezTo>
                      <a:pt x="1338" y="1940"/>
                      <a:pt x="1398" y="1790"/>
                      <a:pt x="1398" y="1640"/>
                    </a:cubicBezTo>
                    <a:cubicBezTo>
                      <a:pt x="1398" y="1590"/>
                      <a:pt x="1388" y="1550"/>
                      <a:pt x="1378" y="1500"/>
                    </a:cubicBezTo>
                    <a:close/>
                    <a:moveTo>
                      <a:pt x="1657" y="0"/>
                    </a:moveTo>
                    <a:cubicBezTo>
                      <a:pt x="1228" y="0"/>
                      <a:pt x="878" y="340"/>
                      <a:pt x="878" y="780"/>
                    </a:cubicBezTo>
                    <a:cubicBezTo>
                      <a:pt x="878" y="850"/>
                      <a:pt x="888" y="930"/>
                      <a:pt x="918" y="1010"/>
                    </a:cubicBezTo>
                    <a:cubicBezTo>
                      <a:pt x="853" y="991"/>
                      <a:pt x="789" y="982"/>
                      <a:pt x="726" y="982"/>
                    </a:cubicBezTo>
                    <a:cubicBezTo>
                      <a:pt x="326" y="982"/>
                      <a:pt x="0" y="1346"/>
                      <a:pt x="78" y="1770"/>
                    </a:cubicBezTo>
                    <a:cubicBezTo>
                      <a:pt x="140" y="2099"/>
                      <a:pt x="433" y="2306"/>
                      <a:pt x="737" y="2306"/>
                    </a:cubicBezTo>
                    <a:cubicBezTo>
                      <a:pt x="875" y="2306"/>
                      <a:pt x="1016" y="2263"/>
                      <a:pt x="1138" y="2170"/>
                    </a:cubicBezTo>
                    <a:lnTo>
                      <a:pt x="1467" y="2629"/>
                    </a:lnTo>
                    <a:lnTo>
                      <a:pt x="1398" y="3579"/>
                    </a:lnTo>
                    <a:lnTo>
                      <a:pt x="608" y="3579"/>
                    </a:lnTo>
                    <a:cubicBezTo>
                      <a:pt x="508" y="3579"/>
                      <a:pt x="418" y="3669"/>
                      <a:pt x="418" y="3769"/>
                    </a:cubicBezTo>
                    <a:cubicBezTo>
                      <a:pt x="418" y="3879"/>
                      <a:pt x="508" y="3959"/>
                      <a:pt x="608" y="3959"/>
                    </a:cubicBezTo>
                    <a:lnTo>
                      <a:pt x="2707" y="3959"/>
                    </a:lnTo>
                    <a:cubicBezTo>
                      <a:pt x="2807" y="3959"/>
                      <a:pt x="2897" y="3879"/>
                      <a:pt x="2897" y="3769"/>
                    </a:cubicBezTo>
                    <a:cubicBezTo>
                      <a:pt x="2897" y="3669"/>
                      <a:pt x="2807" y="3579"/>
                      <a:pt x="2707" y="3579"/>
                    </a:cubicBezTo>
                    <a:lnTo>
                      <a:pt x="1927" y="3579"/>
                    </a:lnTo>
                    <a:lnTo>
                      <a:pt x="1857" y="2629"/>
                    </a:lnTo>
                    <a:lnTo>
                      <a:pt x="2187" y="2160"/>
                    </a:lnTo>
                    <a:cubicBezTo>
                      <a:pt x="2311" y="2255"/>
                      <a:pt x="2453" y="2298"/>
                      <a:pt x="2593" y="2298"/>
                    </a:cubicBezTo>
                    <a:cubicBezTo>
                      <a:pt x="2895" y="2298"/>
                      <a:pt x="3186" y="2094"/>
                      <a:pt x="3247" y="1760"/>
                    </a:cubicBezTo>
                    <a:cubicBezTo>
                      <a:pt x="3324" y="1338"/>
                      <a:pt x="2995" y="969"/>
                      <a:pt x="2603" y="969"/>
                    </a:cubicBezTo>
                    <a:cubicBezTo>
                      <a:pt x="2539" y="969"/>
                      <a:pt x="2473" y="979"/>
                      <a:pt x="2407" y="1000"/>
                    </a:cubicBezTo>
                    <a:cubicBezTo>
                      <a:pt x="2427" y="920"/>
                      <a:pt x="2437" y="850"/>
                      <a:pt x="2437" y="780"/>
                    </a:cubicBezTo>
                    <a:cubicBezTo>
                      <a:pt x="2437" y="340"/>
                      <a:pt x="2087" y="0"/>
                      <a:pt x="165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1" name="Google Shape;331;p38"/>
            <p:cNvGrpSpPr/>
            <p:nvPr/>
          </p:nvGrpSpPr>
          <p:grpSpPr>
            <a:xfrm>
              <a:off x="5112442" y="1499774"/>
              <a:ext cx="601761" cy="566840"/>
              <a:chOff x="5112442" y="1499774"/>
              <a:chExt cx="601761" cy="566840"/>
            </a:xfrm>
          </p:grpSpPr>
          <p:sp>
            <p:nvSpPr>
              <p:cNvPr id="332" name="Google Shape;332;p38"/>
              <p:cNvSpPr/>
              <p:nvPr/>
            </p:nvSpPr>
            <p:spPr>
              <a:xfrm>
                <a:off x="5112442" y="1499774"/>
                <a:ext cx="601761" cy="566840"/>
              </a:xfrm>
              <a:custGeom>
                <a:avLst/>
                <a:gdLst/>
                <a:ahLst/>
                <a:cxnLst/>
                <a:rect l="l" t="t" r="r" b="b"/>
                <a:pathLst>
                  <a:path w="7370" h="6960" extrusionOk="0">
                    <a:moveTo>
                      <a:pt x="2350" y="6259"/>
                    </a:moveTo>
                    <a:cubicBezTo>
                      <a:pt x="1" y="5140"/>
                      <a:pt x="181" y="1730"/>
                      <a:pt x="2640" y="871"/>
                    </a:cubicBezTo>
                    <a:cubicBezTo>
                      <a:pt x="5090" y="1"/>
                      <a:pt x="7369" y="2540"/>
                      <a:pt x="6249" y="4880"/>
                    </a:cubicBezTo>
                    <a:cubicBezTo>
                      <a:pt x="5549" y="6339"/>
                      <a:pt x="3800" y="6959"/>
                      <a:pt x="2350" y="625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38"/>
              <p:cNvSpPr/>
              <p:nvPr/>
            </p:nvSpPr>
            <p:spPr>
              <a:xfrm>
                <a:off x="5320622" y="1650764"/>
                <a:ext cx="185401" cy="264858"/>
              </a:xfrm>
              <a:custGeom>
                <a:avLst/>
                <a:gdLst/>
                <a:ahLst/>
                <a:cxnLst/>
                <a:rect l="l" t="t" r="r" b="b"/>
                <a:pathLst>
                  <a:path w="3080" h="4400" extrusionOk="0">
                    <a:moveTo>
                      <a:pt x="2310" y="0"/>
                    </a:moveTo>
                    <a:cubicBezTo>
                      <a:pt x="2270" y="360"/>
                      <a:pt x="2050" y="670"/>
                      <a:pt x="1730" y="840"/>
                    </a:cubicBezTo>
                    <a:cubicBezTo>
                      <a:pt x="1390" y="1030"/>
                      <a:pt x="1130" y="1320"/>
                      <a:pt x="970" y="1670"/>
                    </a:cubicBezTo>
                    <a:cubicBezTo>
                      <a:pt x="970" y="1670"/>
                      <a:pt x="760" y="1320"/>
                      <a:pt x="431" y="1320"/>
                    </a:cubicBezTo>
                    <a:cubicBezTo>
                      <a:pt x="241" y="1320"/>
                      <a:pt x="61" y="1440"/>
                      <a:pt x="1" y="1620"/>
                    </a:cubicBezTo>
                    <a:cubicBezTo>
                      <a:pt x="590" y="1680"/>
                      <a:pt x="341" y="2130"/>
                      <a:pt x="530" y="2590"/>
                    </a:cubicBezTo>
                    <a:cubicBezTo>
                      <a:pt x="710" y="3049"/>
                      <a:pt x="990" y="3179"/>
                      <a:pt x="1340" y="3349"/>
                    </a:cubicBezTo>
                    <a:cubicBezTo>
                      <a:pt x="1720" y="3559"/>
                      <a:pt x="1920" y="3979"/>
                      <a:pt x="1850" y="4399"/>
                    </a:cubicBezTo>
                    <a:cubicBezTo>
                      <a:pt x="2040" y="4309"/>
                      <a:pt x="2210" y="4179"/>
                      <a:pt x="2350" y="4019"/>
                    </a:cubicBezTo>
                    <a:cubicBezTo>
                      <a:pt x="2500" y="3829"/>
                      <a:pt x="2630" y="3609"/>
                      <a:pt x="2720" y="3379"/>
                    </a:cubicBezTo>
                    <a:cubicBezTo>
                      <a:pt x="2500" y="3359"/>
                      <a:pt x="2300" y="3289"/>
                      <a:pt x="2110" y="3179"/>
                    </a:cubicBezTo>
                    <a:cubicBezTo>
                      <a:pt x="2490" y="2969"/>
                      <a:pt x="2770" y="2620"/>
                      <a:pt x="2890" y="2210"/>
                    </a:cubicBezTo>
                    <a:lnTo>
                      <a:pt x="2890" y="2210"/>
                    </a:lnTo>
                    <a:cubicBezTo>
                      <a:pt x="2759" y="2253"/>
                      <a:pt x="2621" y="2282"/>
                      <a:pt x="2482" y="2282"/>
                    </a:cubicBezTo>
                    <a:cubicBezTo>
                      <a:pt x="2461" y="2282"/>
                      <a:pt x="2441" y="2281"/>
                      <a:pt x="2420" y="2280"/>
                    </a:cubicBezTo>
                    <a:cubicBezTo>
                      <a:pt x="2800" y="2080"/>
                      <a:pt x="3050" y="1700"/>
                      <a:pt x="3080" y="1270"/>
                    </a:cubicBezTo>
                    <a:lnTo>
                      <a:pt x="3080" y="1270"/>
                    </a:lnTo>
                    <a:cubicBezTo>
                      <a:pt x="2930" y="1360"/>
                      <a:pt x="2760" y="1420"/>
                      <a:pt x="2580" y="1430"/>
                    </a:cubicBezTo>
                    <a:cubicBezTo>
                      <a:pt x="2770" y="1140"/>
                      <a:pt x="2860" y="790"/>
                      <a:pt x="2820" y="430"/>
                    </a:cubicBezTo>
                    <a:lnTo>
                      <a:pt x="2820" y="430"/>
                    </a:lnTo>
                    <a:cubicBezTo>
                      <a:pt x="2750" y="630"/>
                      <a:pt x="2600" y="790"/>
                      <a:pt x="2420" y="870"/>
                    </a:cubicBezTo>
                    <a:cubicBezTo>
                      <a:pt x="2500" y="580"/>
                      <a:pt x="2460" y="260"/>
                      <a:pt x="231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4" name="Google Shape;334;p38"/>
            <p:cNvGrpSpPr/>
            <p:nvPr/>
          </p:nvGrpSpPr>
          <p:grpSpPr>
            <a:xfrm>
              <a:off x="7785826" y="1767719"/>
              <a:ext cx="542973" cy="541511"/>
              <a:chOff x="7785826" y="1767719"/>
              <a:chExt cx="542973" cy="541511"/>
            </a:xfrm>
          </p:grpSpPr>
          <p:sp>
            <p:nvSpPr>
              <p:cNvPr id="335" name="Google Shape;335;p38"/>
              <p:cNvSpPr/>
              <p:nvPr/>
            </p:nvSpPr>
            <p:spPr>
              <a:xfrm>
                <a:off x="7785826" y="1767719"/>
                <a:ext cx="542973" cy="541511"/>
              </a:xfrm>
              <a:custGeom>
                <a:avLst/>
                <a:gdLst/>
                <a:ahLst/>
                <a:cxnLst/>
                <a:rect l="l" t="t" r="r" b="b"/>
                <a:pathLst>
                  <a:path w="6650" h="6649" extrusionOk="0">
                    <a:moveTo>
                      <a:pt x="5749" y="1700"/>
                    </a:moveTo>
                    <a:cubicBezTo>
                      <a:pt x="6649" y="3039"/>
                      <a:pt x="6299" y="4849"/>
                      <a:pt x="4960" y="5749"/>
                    </a:cubicBezTo>
                    <a:cubicBezTo>
                      <a:pt x="3620" y="6648"/>
                      <a:pt x="1800" y="6299"/>
                      <a:pt x="901" y="4959"/>
                    </a:cubicBezTo>
                    <a:cubicBezTo>
                      <a:pt x="1" y="3619"/>
                      <a:pt x="361" y="1800"/>
                      <a:pt x="1700" y="900"/>
                    </a:cubicBezTo>
                    <a:cubicBezTo>
                      <a:pt x="3040" y="0"/>
                      <a:pt x="4850" y="360"/>
                      <a:pt x="5749" y="170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36" name="Google Shape;336;p38"/>
              <p:cNvGrpSpPr/>
              <p:nvPr/>
            </p:nvGrpSpPr>
            <p:grpSpPr>
              <a:xfrm>
                <a:off x="7945285" y="1929282"/>
                <a:ext cx="224054" cy="218385"/>
                <a:chOff x="8261171" y="1355780"/>
                <a:chExt cx="224054" cy="218385"/>
              </a:xfrm>
            </p:grpSpPr>
            <p:sp>
              <p:nvSpPr>
                <p:cNvPr id="337" name="Google Shape;337;p38"/>
                <p:cNvSpPr/>
                <p:nvPr/>
              </p:nvSpPr>
              <p:spPr>
                <a:xfrm>
                  <a:off x="8349889" y="1455365"/>
                  <a:ext cx="118800" cy="118800"/>
                </a:xfrm>
                <a:prstGeom prst="donut">
                  <a:avLst>
                    <a:gd name="adj" fmla="val 10875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8" name="Google Shape;338;p38"/>
                <p:cNvSpPr/>
                <p:nvPr/>
              </p:nvSpPr>
              <p:spPr>
                <a:xfrm>
                  <a:off x="8281190" y="1455365"/>
                  <a:ext cx="118800" cy="118800"/>
                </a:xfrm>
                <a:prstGeom prst="donut">
                  <a:avLst>
                    <a:gd name="adj" fmla="val 10875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9" name="Google Shape;339;p38"/>
                <p:cNvSpPr/>
                <p:nvPr/>
              </p:nvSpPr>
              <p:spPr>
                <a:xfrm>
                  <a:off x="8261171" y="1396205"/>
                  <a:ext cx="118800" cy="118800"/>
                </a:xfrm>
                <a:prstGeom prst="donut">
                  <a:avLst>
                    <a:gd name="adj" fmla="val 10875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0" name="Google Shape;340;p38"/>
                <p:cNvSpPr/>
                <p:nvPr/>
              </p:nvSpPr>
              <p:spPr>
                <a:xfrm>
                  <a:off x="8366424" y="1396205"/>
                  <a:ext cx="118800" cy="118800"/>
                </a:xfrm>
                <a:prstGeom prst="donut">
                  <a:avLst>
                    <a:gd name="adj" fmla="val 10875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1" name="Google Shape;341;p38"/>
                <p:cNvSpPr/>
                <p:nvPr/>
              </p:nvSpPr>
              <p:spPr>
                <a:xfrm>
                  <a:off x="8314584" y="1355780"/>
                  <a:ext cx="118800" cy="118800"/>
                </a:xfrm>
                <a:prstGeom prst="donut">
                  <a:avLst>
                    <a:gd name="adj" fmla="val 10875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3BD68F2-E2C5-8B2A-841E-8ADCB35AEE14}"/>
              </a:ext>
            </a:extLst>
          </p:cNvPr>
          <p:cNvSpPr txBox="1"/>
          <p:nvPr/>
        </p:nvSpPr>
        <p:spPr>
          <a:xfrm>
            <a:off x="483042" y="3796390"/>
            <a:ext cx="258064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Prepared by-</a:t>
            </a:r>
          </a:p>
          <a:p>
            <a:endParaRPr lang="en-US" dirty="0"/>
          </a:p>
          <a:p>
            <a:r>
              <a:rPr lang="en-US" dirty="0"/>
              <a:t>Amulya Gupta IT-1</a:t>
            </a:r>
          </a:p>
          <a:p>
            <a:r>
              <a:rPr lang="en-US" dirty="0"/>
              <a:t>Mirika Jain IT-2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What It Means?</a:t>
            </a:r>
            <a:endParaRPr dirty="0"/>
          </a:p>
        </p:txBody>
      </p:sp>
      <p:sp>
        <p:nvSpPr>
          <p:cNvPr id="603" name="Google Shape;603;p43"/>
          <p:cNvSpPr txBox="1">
            <a:spLocks noGrp="1"/>
          </p:cNvSpPr>
          <p:nvPr>
            <p:ph type="subTitle" idx="1"/>
          </p:nvPr>
        </p:nvSpPr>
        <p:spPr>
          <a:xfrm>
            <a:off x="984584" y="2571750"/>
            <a:ext cx="5244766" cy="15103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In college life:</a:t>
            </a:r>
            <a:endParaRPr lang="en-US" dirty="0"/>
          </a:p>
          <a:p>
            <a:r>
              <a:rPr lang="en-US" dirty="0"/>
              <a:t>Printing only what’s needed.</a:t>
            </a:r>
          </a:p>
          <a:p>
            <a:r>
              <a:rPr lang="en-US" dirty="0"/>
              <a:t>Not wasting food in the canteen.</a:t>
            </a:r>
          </a:p>
          <a:p>
            <a:r>
              <a:rPr lang="en-US" dirty="0"/>
              <a:t>Reusing notebooks and bottles.</a:t>
            </a:r>
          </a:p>
          <a:p>
            <a:r>
              <a:rPr lang="en-US" dirty="0"/>
              <a:t>Supporting sustainable brands (or local thrift stores).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4" name="Google Shape;604;p43"/>
          <p:cNvSpPr txBox="1">
            <a:spLocks noGrp="1"/>
          </p:cNvSpPr>
          <p:nvPr>
            <p:ph type="subTitle" idx="2"/>
          </p:nvPr>
        </p:nvSpPr>
        <p:spPr>
          <a:xfrm>
            <a:off x="984584" y="1329966"/>
            <a:ext cx="5073257" cy="9324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Responsible Consumption and Production</a:t>
            </a:r>
            <a:r>
              <a:rPr lang="en-US" dirty="0"/>
              <a:t> =</a:t>
            </a:r>
            <a:br>
              <a:rPr lang="en-US" dirty="0"/>
            </a:br>
            <a:r>
              <a:rPr lang="en-US" dirty="0"/>
              <a:t>Using what we have </a:t>
            </a:r>
            <a:r>
              <a:rPr lang="en-US" b="1" dirty="0"/>
              <a:t>smartly</a:t>
            </a:r>
            <a:r>
              <a:rPr lang="en-US" dirty="0"/>
              <a:t> so we don’t mess up the planet for the next generation.</a:t>
            </a:r>
            <a:endParaRPr dirty="0"/>
          </a:p>
        </p:txBody>
      </p:sp>
      <p:grpSp>
        <p:nvGrpSpPr>
          <p:cNvPr id="605" name="Google Shape;605;p43"/>
          <p:cNvGrpSpPr/>
          <p:nvPr/>
        </p:nvGrpSpPr>
        <p:grpSpPr>
          <a:xfrm rot="1199926">
            <a:off x="7821158" y="1308507"/>
            <a:ext cx="914416" cy="914416"/>
            <a:chOff x="132594" y="1292856"/>
            <a:chExt cx="914416" cy="914416"/>
          </a:xfrm>
        </p:grpSpPr>
        <p:sp>
          <p:nvSpPr>
            <p:cNvPr id="606" name="Google Shape;606;p43"/>
            <p:cNvSpPr/>
            <p:nvPr/>
          </p:nvSpPr>
          <p:spPr>
            <a:xfrm>
              <a:off x="133638" y="1294875"/>
              <a:ext cx="910586" cy="910308"/>
            </a:xfrm>
            <a:custGeom>
              <a:avLst/>
              <a:gdLst/>
              <a:ahLst/>
              <a:cxnLst/>
              <a:rect l="l" t="t" r="r" b="b"/>
              <a:pathLst>
                <a:path w="26155" h="26147" extrusionOk="0">
                  <a:moveTo>
                    <a:pt x="12528" y="2002"/>
                  </a:moveTo>
                  <a:cubicBezTo>
                    <a:pt x="12757" y="2352"/>
                    <a:pt x="13137" y="2572"/>
                    <a:pt x="13557" y="2592"/>
                  </a:cubicBezTo>
                  <a:cubicBezTo>
                    <a:pt x="13578" y="2593"/>
                    <a:pt x="13599" y="2593"/>
                    <a:pt x="13620" y="2593"/>
                  </a:cubicBezTo>
                  <a:cubicBezTo>
                    <a:pt x="14017" y="2593"/>
                    <a:pt x="14390" y="2415"/>
                    <a:pt x="14637" y="2092"/>
                  </a:cubicBezTo>
                  <a:cubicBezTo>
                    <a:pt x="14797" y="2482"/>
                    <a:pt x="15127" y="2772"/>
                    <a:pt x="15537" y="2872"/>
                  </a:cubicBezTo>
                  <a:cubicBezTo>
                    <a:pt x="15637" y="2896"/>
                    <a:pt x="15739" y="2908"/>
                    <a:pt x="15840" y="2908"/>
                  </a:cubicBezTo>
                  <a:cubicBezTo>
                    <a:pt x="16150" y="2908"/>
                    <a:pt x="16453" y="2796"/>
                    <a:pt x="16687" y="2592"/>
                  </a:cubicBezTo>
                  <a:cubicBezTo>
                    <a:pt x="16767" y="3002"/>
                    <a:pt x="17036" y="3342"/>
                    <a:pt x="17426" y="3522"/>
                  </a:cubicBezTo>
                  <a:cubicBezTo>
                    <a:pt x="17596" y="3598"/>
                    <a:pt x="17778" y="3636"/>
                    <a:pt x="17960" y="3636"/>
                  </a:cubicBezTo>
                  <a:cubicBezTo>
                    <a:pt x="18184" y="3636"/>
                    <a:pt x="18407" y="3578"/>
                    <a:pt x="18606" y="3462"/>
                  </a:cubicBezTo>
                  <a:cubicBezTo>
                    <a:pt x="18606" y="3882"/>
                    <a:pt x="18806" y="4271"/>
                    <a:pt x="19156" y="4511"/>
                  </a:cubicBezTo>
                  <a:cubicBezTo>
                    <a:pt x="19376" y="4673"/>
                    <a:pt x="19633" y="4755"/>
                    <a:pt x="19896" y="4755"/>
                  </a:cubicBezTo>
                  <a:cubicBezTo>
                    <a:pt x="20039" y="4755"/>
                    <a:pt x="20184" y="4731"/>
                    <a:pt x="20326" y="4681"/>
                  </a:cubicBezTo>
                  <a:lnTo>
                    <a:pt x="20326" y="4681"/>
                  </a:lnTo>
                  <a:cubicBezTo>
                    <a:pt x="20246" y="5091"/>
                    <a:pt x="20376" y="5521"/>
                    <a:pt x="20666" y="5821"/>
                  </a:cubicBezTo>
                  <a:cubicBezTo>
                    <a:pt x="20908" y="6072"/>
                    <a:pt x="21242" y="6218"/>
                    <a:pt x="21584" y="6218"/>
                  </a:cubicBezTo>
                  <a:cubicBezTo>
                    <a:pt x="21651" y="6218"/>
                    <a:pt x="21718" y="6212"/>
                    <a:pt x="21785" y="6201"/>
                  </a:cubicBezTo>
                  <a:lnTo>
                    <a:pt x="21785" y="6201"/>
                  </a:lnTo>
                  <a:cubicBezTo>
                    <a:pt x="21635" y="6591"/>
                    <a:pt x="21675" y="7031"/>
                    <a:pt x="21905" y="7391"/>
                  </a:cubicBezTo>
                  <a:cubicBezTo>
                    <a:pt x="22125" y="7741"/>
                    <a:pt x="22515" y="7961"/>
                    <a:pt x="22935" y="7981"/>
                  </a:cubicBezTo>
                  <a:cubicBezTo>
                    <a:pt x="22705" y="8330"/>
                    <a:pt x="22665" y="8770"/>
                    <a:pt x="22825" y="9160"/>
                  </a:cubicBezTo>
                  <a:cubicBezTo>
                    <a:pt x="22975" y="9550"/>
                    <a:pt x="23315" y="9830"/>
                    <a:pt x="23715" y="9930"/>
                  </a:cubicBezTo>
                  <a:cubicBezTo>
                    <a:pt x="23425" y="10230"/>
                    <a:pt x="23305" y="10660"/>
                    <a:pt x="23385" y="11070"/>
                  </a:cubicBezTo>
                  <a:cubicBezTo>
                    <a:pt x="23465" y="11480"/>
                    <a:pt x="23735" y="11830"/>
                    <a:pt x="24125" y="12000"/>
                  </a:cubicBezTo>
                  <a:cubicBezTo>
                    <a:pt x="23775" y="12249"/>
                    <a:pt x="23575" y="12639"/>
                    <a:pt x="23575" y="13059"/>
                  </a:cubicBezTo>
                  <a:lnTo>
                    <a:pt x="23575" y="13079"/>
                  </a:lnTo>
                  <a:cubicBezTo>
                    <a:pt x="23575" y="13499"/>
                    <a:pt x="23785" y="13889"/>
                    <a:pt x="24125" y="14139"/>
                  </a:cubicBezTo>
                  <a:cubicBezTo>
                    <a:pt x="23745" y="14309"/>
                    <a:pt x="23465" y="14659"/>
                    <a:pt x="23395" y="15069"/>
                  </a:cubicBezTo>
                  <a:cubicBezTo>
                    <a:pt x="23315" y="15479"/>
                    <a:pt x="23435" y="15899"/>
                    <a:pt x="23725" y="16209"/>
                  </a:cubicBezTo>
                  <a:cubicBezTo>
                    <a:pt x="23315" y="16308"/>
                    <a:pt x="22985" y="16588"/>
                    <a:pt x="22835" y="16978"/>
                  </a:cubicBezTo>
                  <a:cubicBezTo>
                    <a:pt x="22675" y="17368"/>
                    <a:pt x="22715" y="17808"/>
                    <a:pt x="22945" y="18158"/>
                  </a:cubicBezTo>
                  <a:cubicBezTo>
                    <a:pt x="22525" y="18178"/>
                    <a:pt x="22145" y="18398"/>
                    <a:pt x="21915" y="18758"/>
                  </a:cubicBezTo>
                  <a:cubicBezTo>
                    <a:pt x="21685" y="19108"/>
                    <a:pt x="21645" y="19548"/>
                    <a:pt x="21805" y="19938"/>
                  </a:cubicBezTo>
                  <a:cubicBezTo>
                    <a:pt x="21742" y="19928"/>
                    <a:pt x="21678" y="19924"/>
                    <a:pt x="21615" y="19924"/>
                  </a:cubicBezTo>
                  <a:cubicBezTo>
                    <a:pt x="21261" y="19924"/>
                    <a:pt x="20921" y="20065"/>
                    <a:pt x="20676" y="20327"/>
                  </a:cubicBezTo>
                  <a:cubicBezTo>
                    <a:pt x="20386" y="20627"/>
                    <a:pt x="20266" y="21047"/>
                    <a:pt x="20346" y="21467"/>
                  </a:cubicBezTo>
                  <a:cubicBezTo>
                    <a:pt x="20204" y="21418"/>
                    <a:pt x="20058" y="21393"/>
                    <a:pt x="19913" y="21393"/>
                  </a:cubicBezTo>
                  <a:cubicBezTo>
                    <a:pt x="19648" y="21393"/>
                    <a:pt x="19386" y="21475"/>
                    <a:pt x="19166" y="21637"/>
                  </a:cubicBezTo>
                  <a:cubicBezTo>
                    <a:pt x="18826" y="21877"/>
                    <a:pt x="18626" y="22267"/>
                    <a:pt x="18626" y="22687"/>
                  </a:cubicBezTo>
                  <a:cubicBezTo>
                    <a:pt x="18430" y="22573"/>
                    <a:pt x="18210" y="22515"/>
                    <a:pt x="17989" y="22515"/>
                  </a:cubicBezTo>
                  <a:cubicBezTo>
                    <a:pt x="17805" y="22515"/>
                    <a:pt x="17619" y="22555"/>
                    <a:pt x="17446" y="22637"/>
                  </a:cubicBezTo>
                  <a:cubicBezTo>
                    <a:pt x="17056" y="22807"/>
                    <a:pt x="16787" y="23157"/>
                    <a:pt x="16707" y="23567"/>
                  </a:cubicBezTo>
                  <a:cubicBezTo>
                    <a:pt x="16475" y="23358"/>
                    <a:pt x="16177" y="23249"/>
                    <a:pt x="15870" y="23249"/>
                  </a:cubicBezTo>
                  <a:cubicBezTo>
                    <a:pt x="15766" y="23249"/>
                    <a:pt x="15661" y="23261"/>
                    <a:pt x="15557" y="23287"/>
                  </a:cubicBezTo>
                  <a:cubicBezTo>
                    <a:pt x="15147" y="23387"/>
                    <a:pt x="14817" y="23677"/>
                    <a:pt x="14657" y="24057"/>
                  </a:cubicBezTo>
                  <a:cubicBezTo>
                    <a:pt x="14414" y="23735"/>
                    <a:pt x="14019" y="23556"/>
                    <a:pt x="13620" y="23556"/>
                  </a:cubicBezTo>
                  <a:cubicBezTo>
                    <a:pt x="13609" y="23556"/>
                    <a:pt x="13598" y="23556"/>
                    <a:pt x="13587" y="23557"/>
                  </a:cubicBezTo>
                  <a:cubicBezTo>
                    <a:pt x="13167" y="23577"/>
                    <a:pt x="12777" y="23807"/>
                    <a:pt x="12558" y="24157"/>
                  </a:cubicBezTo>
                  <a:cubicBezTo>
                    <a:pt x="12358" y="23787"/>
                    <a:pt x="11998" y="23527"/>
                    <a:pt x="11588" y="23467"/>
                  </a:cubicBezTo>
                  <a:lnTo>
                    <a:pt x="11588" y="23477"/>
                  </a:lnTo>
                  <a:cubicBezTo>
                    <a:pt x="11528" y="23467"/>
                    <a:pt x="11458" y="23467"/>
                    <a:pt x="11398" y="23467"/>
                  </a:cubicBezTo>
                  <a:cubicBezTo>
                    <a:pt x="11048" y="23467"/>
                    <a:pt x="10708" y="23617"/>
                    <a:pt x="10458" y="23877"/>
                  </a:cubicBezTo>
                  <a:cubicBezTo>
                    <a:pt x="10348" y="23467"/>
                    <a:pt x="10038" y="23147"/>
                    <a:pt x="9638" y="23017"/>
                  </a:cubicBezTo>
                  <a:cubicBezTo>
                    <a:pt x="9501" y="22967"/>
                    <a:pt x="9357" y="22943"/>
                    <a:pt x="9213" y="22943"/>
                  </a:cubicBezTo>
                  <a:cubicBezTo>
                    <a:pt x="8950" y="22943"/>
                    <a:pt x="8688" y="23025"/>
                    <a:pt x="8469" y="23187"/>
                  </a:cubicBezTo>
                  <a:cubicBezTo>
                    <a:pt x="8429" y="22767"/>
                    <a:pt x="8189" y="22397"/>
                    <a:pt x="7829" y="22187"/>
                  </a:cubicBezTo>
                  <a:cubicBezTo>
                    <a:pt x="7630" y="22071"/>
                    <a:pt x="7403" y="22013"/>
                    <a:pt x="7177" y="22013"/>
                  </a:cubicBezTo>
                  <a:cubicBezTo>
                    <a:pt x="6993" y="22013"/>
                    <a:pt x="6809" y="22051"/>
                    <a:pt x="6639" y="22127"/>
                  </a:cubicBezTo>
                  <a:cubicBezTo>
                    <a:pt x="6679" y="21707"/>
                    <a:pt x="6519" y="21297"/>
                    <a:pt x="6199" y="21027"/>
                  </a:cubicBezTo>
                  <a:cubicBezTo>
                    <a:pt x="5968" y="20818"/>
                    <a:pt x="5669" y="20710"/>
                    <a:pt x="5362" y="20710"/>
                  </a:cubicBezTo>
                  <a:cubicBezTo>
                    <a:pt x="5258" y="20710"/>
                    <a:pt x="5153" y="20722"/>
                    <a:pt x="5049" y="20747"/>
                  </a:cubicBezTo>
                  <a:cubicBezTo>
                    <a:pt x="5169" y="20347"/>
                    <a:pt x="5079" y="19908"/>
                    <a:pt x="4819" y="19588"/>
                  </a:cubicBezTo>
                  <a:cubicBezTo>
                    <a:pt x="4572" y="19274"/>
                    <a:pt x="4198" y="19086"/>
                    <a:pt x="3800" y="19086"/>
                  </a:cubicBezTo>
                  <a:cubicBezTo>
                    <a:pt x="3780" y="19086"/>
                    <a:pt x="3760" y="19087"/>
                    <a:pt x="3740" y="19088"/>
                  </a:cubicBezTo>
                  <a:cubicBezTo>
                    <a:pt x="3940" y="18718"/>
                    <a:pt x="3940" y="18278"/>
                    <a:pt x="3740" y="17908"/>
                  </a:cubicBezTo>
                  <a:cubicBezTo>
                    <a:pt x="3550" y="17528"/>
                    <a:pt x="3190" y="17278"/>
                    <a:pt x="2780" y="17218"/>
                  </a:cubicBezTo>
                  <a:cubicBezTo>
                    <a:pt x="3040" y="16888"/>
                    <a:pt x="3120" y="16458"/>
                    <a:pt x="3000" y="16059"/>
                  </a:cubicBezTo>
                  <a:cubicBezTo>
                    <a:pt x="2880" y="15659"/>
                    <a:pt x="2580" y="15339"/>
                    <a:pt x="2180" y="15199"/>
                  </a:cubicBezTo>
                  <a:cubicBezTo>
                    <a:pt x="2500" y="14919"/>
                    <a:pt x="2660" y="14509"/>
                    <a:pt x="2620" y="14099"/>
                  </a:cubicBezTo>
                  <a:cubicBezTo>
                    <a:pt x="2580" y="13679"/>
                    <a:pt x="2340" y="13309"/>
                    <a:pt x="1980" y="13099"/>
                  </a:cubicBezTo>
                  <a:cubicBezTo>
                    <a:pt x="2340" y="12889"/>
                    <a:pt x="2580" y="12519"/>
                    <a:pt x="2620" y="12100"/>
                  </a:cubicBezTo>
                  <a:cubicBezTo>
                    <a:pt x="2660" y="11680"/>
                    <a:pt x="2490" y="11270"/>
                    <a:pt x="2180" y="11000"/>
                  </a:cubicBezTo>
                  <a:cubicBezTo>
                    <a:pt x="2570" y="10860"/>
                    <a:pt x="2880" y="10540"/>
                    <a:pt x="2990" y="10140"/>
                  </a:cubicBezTo>
                  <a:cubicBezTo>
                    <a:pt x="3110" y="9740"/>
                    <a:pt x="3030" y="9300"/>
                    <a:pt x="2770" y="8970"/>
                  </a:cubicBezTo>
                  <a:cubicBezTo>
                    <a:pt x="3180" y="8910"/>
                    <a:pt x="3540" y="8660"/>
                    <a:pt x="3730" y="8290"/>
                  </a:cubicBezTo>
                  <a:cubicBezTo>
                    <a:pt x="3930" y="7911"/>
                    <a:pt x="3930" y="7471"/>
                    <a:pt x="3730" y="7101"/>
                  </a:cubicBezTo>
                  <a:lnTo>
                    <a:pt x="3730" y="7101"/>
                  </a:lnTo>
                  <a:cubicBezTo>
                    <a:pt x="3751" y="7102"/>
                    <a:pt x="3772" y="7102"/>
                    <a:pt x="3793" y="7102"/>
                  </a:cubicBezTo>
                  <a:cubicBezTo>
                    <a:pt x="4189" y="7102"/>
                    <a:pt x="4563" y="6924"/>
                    <a:pt x="4809" y="6611"/>
                  </a:cubicBezTo>
                  <a:cubicBezTo>
                    <a:pt x="5069" y="6281"/>
                    <a:pt x="5149" y="5841"/>
                    <a:pt x="5039" y="5441"/>
                  </a:cubicBezTo>
                  <a:lnTo>
                    <a:pt x="5039" y="5441"/>
                  </a:lnTo>
                  <a:cubicBezTo>
                    <a:pt x="5137" y="5466"/>
                    <a:pt x="5237" y="5478"/>
                    <a:pt x="5337" y="5478"/>
                  </a:cubicBezTo>
                  <a:cubicBezTo>
                    <a:pt x="5644" y="5478"/>
                    <a:pt x="5948" y="5365"/>
                    <a:pt x="6189" y="5161"/>
                  </a:cubicBezTo>
                  <a:cubicBezTo>
                    <a:pt x="6509" y="4881"/>
                    <a:pt x="6669" y="4471"/>
                    <a:pt x="6629" y="4052"/>
                  </a:cubicBezTo>
                  <a:lnTo>
                    <a:pt x="6629" y="4052"/>
                  </a:lnTo>
                  <a:cubicBezTo>
                    <a:pt x="6802" y="4133"/>
                    <a:pt x="6987" y="4174"/>
                    <a:pt x="7172" y="4174"/>
                  </a:cubicBezTo>
                  <a:cubicBezTo>
                    <a:pt x="7393" y="4174"/>
                    <a:pt x="7613" y="4116"/>
                    <a:pt x="7809" y="4002"/>
                  </a:cubicBezTo>
                  <a:cubicBezTo>
                    <a:pt x="8179" y="3792"/>
                    <a:pt x="8409" y="3412"/>
                    <a:pt x="8449" y="3002"/>
                  </a:cubicBezTo>
                  <a:cubicBezTo>
                    <a:pt x="8667" y="3156"/>
                    <a:pt x="8928" y="3236"/>
                    <a:pt x="9192" y="3236"/>
                  </a:cubicBezTo>
                  <a:cubicBezTo>
                    <a:pt x="9338" y="3236"/>
                    <a:pt x="9486" y="3212"/>
                    <a:pt x="9628" y="3162"/>
                  </a:cubicBezTo>
                  <a:cubicBezTo>
                    <a:pt x="10018" y="3032"/>
                    <a:pt x="10328" y="2702"/>
                    <a:pt x="10438" y="2302"/>
                  </a:cubicBezTo>
                  <a:cubicBezTo>
                    <a:pt x="10684" y="2565"/>
                    <a:pt x="11023" y="2705"/>
                    <a:pt x="11377" y="2705"/>
                  </a:cubicBezTo>
                  <a:cubicBezTo>
                    <a:pt x="11440" y="2705"/>
                    <a:pt x="11504" y="2701"/>
                    <a:pt x="11568" y="2692"/>
                  </a:cubicBezTo>
                  <a:cubicBezTo>
                    <a:pt x="11978" y="2632"/>
                    <a:pt x="12338" y="2372"/>
                    <a:pt x="12528" y="2002"/>
                  </a:cubicBezTo>
                  <a:close/>
                  <a:moveTo>
                    <a:pt x="13594" y="0"/>
                  </a:moveTo>
                  <a:cubicBezTo>
                    <a:pt x="13122" y="0"/>
                    <a:pt x="12686" y="274"/>
                    <a:pt x="12458" y="702"/>
                  </a:cubicBezTo>
                  <a:cubicBezTo>
                    <a:pt x="12221" y="325"/>
                    <a:pt x="11807" y="110"/>
                    <a:pt x="11372" y="110"/>
                  </a:cubicBezTo>
                  <a:cubicBezTo>
                    <a:pt x="11311" y="110"/>
                    <a:pt x="11249" y="114"/>
                    <a:pt x="11188" y="122"/>
                  </a:cubicBezTo>
                  <a:cubicBezTo>
                    <a:pt x="10688" y="192"/>
                    <a:pt x="10278" y="552"/>
                    <a:pt x="10128" y="1042"/>
                  </a:cubicBezTo>
                  <a:cubicBezTo>
                    <a:pt x="9880" y="780"/>
                    <a:pt x="9542" y="639"/>
                    <a:pt x="9196" y="639"/>
                  </a:cubicBezTo>
                  <a:cubicBezTo>
                    <a:pt x="9053" y="639"/>
                    <a:pt x="8909" y="663"/>
                    <a:pt x="8768" y="712"/>
                  </a:cubicBezTo>
                  <a:cubicBezTo>
                    <a:pt x="8289" y="872"/>
                    <a:pt x="7959" y="1312"/>
                    <a:pt x="7909" y="1812"/>
                  </a:cubicBezTo>
                  <a:cubicBezTo>
                    <a:pt x="7685" y="1654"/>
                    <a:pt x="7419" y="1573"/>
                    <a:pt x="7152" y="1573"/>
                  </a:cubicBezTo>
                  <a:cubicBezTo>
                    <a:pt x="6931" y="1573"/>
                    <a:pt x="6709" y="1629"/>
                    <a:pt x="6509" y="1742"/>
                  </a:cubicBezTo>
                  <a:cubicBezTo>
                    <a:pt x="6069" y="2002"/>
                    <a:pt x="5819" y="2492"/>
                    <a:pt x="5869" y="2992"/>
                  </a:cubicBezTo>
                  <a:cubicBezTo>
                    <a:pt x="5698" y="2914"/>
                    <a:pt x="5516" y="2876"/>
                    <a:pt x="5336" y="2876"/>
                  </a:cubicBezTo>
                  <a:cubicBezTo>
                    <a:pt x="5030" y="2876"/>
                    <a:pt x="4728" y="2984"/>
                    <a:pt x="4490" y="3192"/>
                  </a:cubicBezTo>
                  <a:cubicBezTo>
                    <a:pt x="4110" y="3532"/>
                    <a:pt x="3950" y="4052"/>
                    <a:pt x="4100" y="4541"/>
                  </a:cubicBezTo>
                  <a:cubicBezTo>
                    <a:pt x="3997" y="4517"/>
                    <a:pt x="3894" y="4505"/>
                    <a:pt x="3792" y="4505"/>
                  </a:cubicBezTo>
                  <a:cubicBezTo>
                    <a:pt x="3398" y="4505"/>
                    <a:pt x="3024" y="4684"/>
                    <a:pt x="2770" y="5001"/>
                  </a:cubicBezTo>
                  <a:cubicBezTo>
                    <a:pt x="2460" y="5401"/>
                    <a:pt x="2410" y="5941"/>
                    <a:pt x="2640" y="6391"/>
                  </a:cubicBezTo>
                  <a:cubicBezTo>
                    <a:pt x="2623" y="6390"/>
                    <a:pt x="2605" y="6390"/>
                    <a:pt x="2588" y="6390"/>
                  </a:cubicBezTo>
                  <a:cubicBezTo>
                    <a:pt x="2107" y="6390"/>
                    <a:pt x="1652" y="6656"/>
                    <a:pt x="1430" y="7091"/>
                  </a:cubicBezTo>
                  <a:cubicBezTo>
                    <a:pt x="1200" y="7541"/>
                    <a:pt x="1250" y="8091"/>
                    <a:pt x="1570" y="8490"/>
                  </a:cubicBezTo>
                  <a:cubicBezTo>
                    <a:pt x="1060" y="8560"/>
                    <a:pt x="650" y="8920"/>
                    <a:pt x="510" y="9400"/>
                  </a:cubicBezTo>
                  <a:cubicBezTo>
                    <a:pt x="371" y="9890"/>
                    <a:pt x="520" y="10410"/>
                    <a:pt x="900" y="10740"/>
                  </a:cubicBezTo>
                  <a:cubicBezTo>
                    <a:pt x="431" y="10910"/>
                    <a:pt x="91" y="11340"/>
                    <a:pt x="41" y="11850"/>
                  </a:cubicBezTo>
                  <a:cubicBezTo>
                    <a:pt x="1" y="12349"/>
                    <a:pt x="251" y="12839"/>
                    <a:pt x="680" y="13089"/>
                  </a:cubicBezTo>
                  <a:cubicBezTo>
                    <a:pt x="251" y="13339"/>
                    <a:pt x="1" y="13829"/>
                    <a:pt x="51" y="14329"/>
                  </a:cubicBezTo>
                  <a:cubicBezTo>
                    <a:pt x="91" y="14839"/>
                    <a:pt x="431" y="15269"/>
                    <a:pt x="910" y="15429"/>
                  </a:cubicBezTo>
                  <a:cubicBezTo>
                    <a:pt x="530" y="15769"/>
                    <a:pt x="371" y="16288"/>
                    <a:pt x="520" y="16778"/>
                  </a:cubicBezTo>
                  <a:cubicBezTo>
                    <a:pt x="660" y="17258"/>
                    <a:pt x="1070" y="17618"/>
                    <a:pt x="1580" y="17688"/>
                  </a:cubicBezTo>
                  <a:cubicBezTo>
                    <a:pt x="1260" y="18088"/>
                    <a:pt x="1210" y="18638"/>
                    <a:pt x="1440" y="19088"/>
                  </a:cubicBezTo>
                  <a:cubicBezTo>
                    <a:pt x="1668" y="19515"/>
                    <a:pt x="2103" y="19780"/>
                    <a:pt x="2583" y="19780"/>
                  </a:cubicBezTo>
                  <a:cubicBezTo>
                    <a:pt x="2609" y="19780"/>
                    <a:pt x="2634" y="19779"/>
                    <a:pt x="2660" y="19778"/>
                  </a:cubicBezTo>
                  <a:lnTo>
                    <a:pt x="2660" y="19778"/>
                  </a:lnTo>
                  <a:cubicBezTo>
                    <a:pt x="2430" y="20228"/>
                    <a:pt x="2480" y="20777"/>
                    <a:pt x="2790" y="21177"/>
                  </a:cubicBezTo>
                  <a:cubicBezTo>
                    <a:pt x="3044" y="21487"/>
                    <a:pt x="3417" y="21664"/>
                    <a:pt x="3811" y="21664"/>
                  </a:cubicBezTo>
                  <a:cubicBezTo>
                    <a:pt x="3913" y="21664"/>
                    <a:pt x="4016" y="21652"/>
                    <a:pt x="4120" y="21627"/>
                  </a:cubicBezTo>
                  <a:lnTo>
                    <a:pt x="4120" y="21627"/>
                  </a:lnTo>
                  <a:cubicBezTo>
                    <a:pt x="3970" y="22117"/>
                    <a:pt x="4130" y="22637"/>
                    <a:pt x="4510" y="22977"/>
                  </a:cubicBezTo>
                  <a:cubicBezTo>
                    <a:pt x="4751" y="23181"/>
                    <a:pt x="5050" y="23286"/>
                    <a:pt x="5353" y="23286"/>
                  </a:cubicBezTo>
                  <a:cubicBezTo>
                    <a:pt x="5538" y="23286"/>
                    <a:pt x="5724" y="23247"/>
                    <a:pt x="5899" y="23167"/>
                  </a:cubicBezTo>
                  <a:lnTo>
                    <a:pt x="5899" y="23167"/>
                  </a:lnTo>
                  <a:cubicBezTo>
                    <a:pt x="5849" y="23667"/>
                    <a:pt x="6099" y="24157"/>
                    <a:pt x="6539" y="24416"/>
                  </a:cubicBezTo>
                  <a:cubicBezTo>
                    <a:pt x="6739" y="24530"/>
                    <a:pt x="6961" y="24586"/>
                    <a:pt x="7182" y="24586"/>
                  </a:cubicBezTo>
                  <a:cubicBezTo>
                    <a:pt x="7449" y="24586"/>
                    <a:pt x="7715" y="24505"/>
                    <a:pt x="7939" y="24347"/>
                  </a:cubicBezTo>
                  <a:cubicBezTo>
                    <a:pt x="7989" y="24846"/>
                    <a:pt x="8329" y="25276"/>
                    <a:pt x="8808" y="25446"/>
                  </a:cubicBezTo>
                  <a:cubicBezTo>
                    <a:pt x="8948" y="25493"/>
                    <a:pt x="9091" y="25516"/>
                    <a:pt x="9233" y="25516"/>
                  </a:cubicBezTo>
                  <a:cubicBezTo>
                    <a:pt x="9581" y="25516"/>
                    <a:pt x="9920" y="25379"/>
                    <a:pt x="10168" y="25116"/>
                  </a:cubicBezTo>
                  <a:cubicBezTo>
                    <a:pt x="10308" y="25596"/>
                    <a:pt x="10718" y="25956"/>
                    <a:pt x="11228" y="26026"/>
                  </a:cubicBezTo>
                  <a:cubicBezTo>
                    <a:pt x="11289" y="26035"/>
                    <a:pt x="11350" y="26039"/>
                    <a:pt x="11411" y="26039"/>
                  </a:cubicBezTo>
                  <a:cubicBezTo>
                    <a:pt x="11845" y="26039"/>
                    <a:pt x="12252" y="25823"/>
                    <a:pt x="12498" y="25446"/>
                  </a:cubicBezTo>
                  <a:cubicBezTo>
                    <a:pt x="12718" y="25876"/>
                    <a:pt x="13157" y="26146"/>
                    <a:pt x="13647" y="26146"/>
                  </a:cubicBezTo>
                  <a:lnTo>
                    <a:pt x="13707" y="26146"/>
                  </a:lnTo>
                  <a:cubicBezTo>
                    <a:pt x="14217" y="26116"/>
                    <a:pt x="14657" y="25806"/>
                    <a:pt x="14847" y="25336"/>
                  </a:cubicBezTo>
                  <a:cubicBezTo>
                    <a:pt x="15093" y="25654"/>
                    <a:pt x="15472" y="25833"/>
                    <a:pt x="15863" y="25833"/>
                  </a:cubicBezTo>
                  <a:cubicBezTo>
                    <a:pt x="15964" y="25833"/>
                    <a:pt x="16066" y="25821"/>
                    <a:pt x="16167" y="25796"/>
                  </a:cubicBezTo>
                  <a:cubicBezTo>
                    <a:pt x="16657" y="25676"/>
                    <a:pt x="17036" y="25276"/>
                    <a:pt x="17136" y="24776"/>
                  </a:cubicBezTo>
                  <a:cubicBezTo>
                    <a:pt x="17375" y="24984"/>
                    <a:pt x="17677" y="25092"/>
                    <a:pt x="17983" y="25092"/>
                  </a:cubicBezTo>
                  <a:cubicBezTo>
                    <a:pt x="18163" y="25092"/>
                    <a:pt x="18345" y="25054"/>
                    <a:pt x="18516" y="24976"/>
                  </a:cubicBezTo>
                  <a:cubicBezTo>
                    <a:pt x="18976" y="24766"/>
                    <a:pt x="19276" y="24307"/>
                    <a:pt x="19266" y="23797"/>
                  </a:cubicBezTo>
                  <a:lnTo>
                    <a:pt x="19266" y="23797"/>
                  </a:lnTo>
                  <a:cubicBezTo>
                    <a:pt x="19466" y="23915"/>
                    <a:pt x="19689" y="23973"/>
                    <a:pt x="19912" y="23973"/>
                  </a:cubicBezTo>
                  <a:cubicBezTo>
                    <a:pt x="20178" y="23973"/>
                    <a:pt x="20442" y="23890"/>
                    <a:pt x="20666" y="23727"/>
                  </a:cubicBezTo>
                  <a:cubicBezTo>
                    <a:pt x="21085" y="23437"/>
                    <a:pt x="21285" y="22927"/>
                    <a:pt x="21185" y="22427"/>
                  </a:cubicBezTo>
                  <a:lnTo>
                    <a:pt x="21185" y="22427"/>
                  </a:lnTo>
                  <a:cubicBezTo>
                    <a:pt x="21325" y="22477"/>
                    <a:pt x="21470" y="22501"/>
                    <a:pt x="21613" y="22501"/>
                  </a:cubicBezTo>
                  <a:cubicBezTo>
                    <a:pt x="21959" y="22501"/>
                    <a:pt x="22297" y="22359"/>
                    <a:pt x="22545" y="22097"/>
                  </a:cubicBezTo>
                  <a:cubicBezTo>
                    <a:pt x="22895" y="21737"/>
                    <a:pt x="22995" y="21197"/>
                    <a:pt x="22815" y="20727"/>
                  </a:cubicBezTo>
                  <a:lnTo>
                    <a:pt x="22815" y="20727"/>
                  </a:lnTo>
                  <a:cubicBezTo>
                    <a:pt x="22875" y="20736"/>
                    <a:pt x="22934" y="20740"/>
                    <a:pt x="22993" y="20740"/>
                  </a:cubicBezTo>
                  <a:cubicBezTo>
                    <a:pt x="23429" y="20740"/>
                    <a:pt x="23838" y="20517"/>
                    <a:pt x="24085" y="20148"/>
                  </a:cubicBezTo>
                  <a:cubicBezTo>
                    <a:pt x="24355" y="19718"/>
                    <a:pt x="24355" y="19178"/>
                    <a:pt x="24085" y="18748"/>
                  </a:cubicBezTo>
                  <a:cubicBezTo>
                    <a:pt x="24585" y="18728"/>
                    <a:pt x="25034" y="18408"/>
                    <a:pt x="25224" y="17938"/>
                  </a:cubicBezTo>
                  <a:cubicBezTo>
                    <a:pt x="25414" y="17468"/>
                    <a:pt x="25304" y="16928"/>
                    <a:pt x="24955" y="16558"/>
                  </a:cubicBezTo>
                  <a:cubicBezTo>
                    <a:pt x="25454" y="16438"/>
                    <a:pt x="25824" y="16049"/>
                    <a:pt x="25924" y="15549"/>
                  </a:cubicBezTo>
                  <a:cubicBezTo>
                    <a:pt x="26014" y="15049"/>
                    <a:pt x="25814" y="14539"/>
                    <a:pt x="25404" y="14249"/>
                  </a:cubicBezTo>
                  <a:cubicBezTo>
                    <a:pt x="25864" y="14039"/>
                    <a:pt x="26154" y="13579"/>
                    <a:pt x="26154" y="13069"/>
                  </a:cubicBezTo>
                  <a:lnTo>
                    <a:pt x="26154" y="13059"/>
                  </a:lnTo>
                  <a:lnTo>
                    <a:pt x="26154" y="13039"/>
                  </a:lnTo>
                  <a:cubicBezTo>
                    <a:pt x="26154" y="12539"/>
                    <a:pt x="25854" y="12080"/>
                    <a:pt x="25394" y="11870"/>
                  </a:cubicBezTo>
                  <a:cubicBezTo>
                    <a:pt x="25804" y="11570"/>
                    <a:pt x="26004" y="11070"/>
                    <a:pt x="25914" y="10570"/>
                  </a:cubicBezTo>
                  <a:cubicBezTo>
                    <a:pt x="25814" y="10070"/>
                    <a:pt x="25434" y="9680"/>
                    <a:pt x="24945" y="9560"/>
                  </a:cubicBezTo>
                  <a:cubicBezTo>
                    <a:pt x="25294" y="9190"/>
                    <a:pt x="25394" y="8650"/>
                    <a:pt x="25204" y="8180"/>
                  </a:cubicBezTo>
                  <a:cubicBezTo>
                    <a:pt x="25014" y="7711"/>
                    <a:pt x="24575" y="7401"/>
                    <a:pt x="24065" y="7371"/>
                  </a:cubicBezTo>
                  <a:cubicBezTo>
                    <a:pt x="24335" y="6951"/>
                    <a:pt x="24335" y="6401"/>
                    <a:pt x="24065" y="5971"/>
                  </a:cubicBezTo>
                  <a:cubicBezTo>
                    <a:pt x="23831" y="5607"/>
                    <a:pt x="23423" y="5385"/>
                    <a:pt x="22993" y="5385"/>
                  </a:cubicBezTo>
                  <a:cubicBezTo>
                    <a:pt x="22927" y="5385"/>
                    <a:pt x="22861" y="5391"/>
                    <a:pt x="22795" y="5401"/>
                  </a:cubicBezTo>
                  <a:cubicBezTo>
                    <a:pt x="22975" y="4931"/>
                    <a:pt x="22875" y="4391"/>
                    <a:pt x="22525" y="4022"/>
                  </a:cubicBezTo>
                  <a:cubicBezTo>
                    <a:pt x="22278" y="3767"/>
                    <a:pt x="21941" y="3628"/>
                    <a:pt x="21595" y="3628"/>
                  </a:cubicBezTo>
                  <a:cubicBezTo>
                    <a:pt x="21451" y="3628"/>
                    <a:pt x="21306" y="3652"/>
                    <a:pt x="21165" y="3702"/>
                  </a:cubicBezTo>
                  <a:cubicBezTo>
                    <a:pt x="21255" y="3202"/>
                    <a:pt x="21055" y="2692"/>
                    <a:pt x="20646" y="2402"/>
                  </a:cubicBezTo>
                  <a:cubicBezTo>
                    <a:pt x="20418" y="2240"/>
                    <a:pt x="20156" y="2159"/>
                    <a:pt x="19894" y="2159"/>
                  </a:cubicBezTo>
                  <a:cubicBezTo>
                    <a:pt x="19671" y="2159"/>
                    <a:pt x="19448" y="2217"/>
                    <a:pt x="19246" y="2332"/>
                  </a:cubicBezTo>
                  <a:cubicBezTo>
                    <a:pt x="19246" y="1832"/>
                    <a:pt x="18946" y="1362"/>
                    <a:pt x="18486" y="1152"/>
                  </a:cubicBezTo>
                  <a:cubicBezTo>
                    <a:pt x="18316" y="1075"/>
                    <a:pt x="18136" y="1037"/>
                    <a:pt x="17956" y="1037"/>
                  </a:cubicBezTo>
                  <a:cubicBezTo>
                    <a:pt x="17649" y="1037"/>
                    <a:pt x="17346" y="1148"/>
                    <a:pt x="17106" y="1362"/>
                  </a:cubicBezTo>
                  <a:cubicBezTo>
                    <a:pt x="17006" y="862"/>
                    <a:pt x="16627" y="462"/>
                    <a:pt x="16137" y="352"/>
                  </a:cubicBezTo>
                  <a:cubicBezTo>
                    <a:pt x="16034" y="328"/>
                    <a:pt x="15931" y="316"/>
                    <a:pt x="15829" y="316"/>
                  </a:cubicBezTo>
                  <a:cubicBezTo>
                    <a:pt x="15436" y="316"/>
                    <a:pt x="15063" y="495"/>
                    <a:pt x="14817" y="812"/>
                  </a:cubicBezTo>
                  <a:cubicBezTo>
                    <a:pt x="14627" y="342"/>
                    <a:pt x="14177" y="23"/>
                    <a:pt x="13667" y="3"/>
                  </a:cubicBezTo>
                  <a:cubicBezTo>
                    <a:pt x="13643" y="1"/>
                    <a:pt x="13618" y="0"/>
                    <a:pt x="135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43"/>
            <p:cNvSpPr/>
            <p:nvPr/>
          </p:nvSpPr>
          <p:spPr>
            <a:xfrm>
              <a:off x="132594" y="1292856"/>
              <a:ext cx="914416" cy="914416"/>
            </a:xfrm>
            <a:custGeom>
              <a:avLst/>
              <a:gdLst/>
              <a:ahLst/>
              <a:cxnLst/>
              <a:rect l="l" t="t" r="r" b="b"/>
              <a:pathLst>
                <a:path w="26265" h="26265" extrusionOk="0">
                  <a:moveTo>
                    <a:pt x="21595" y="4669"/>
                  </a:moveTo>
                  <a:cubicBezTo>
                    <a:pt x="26264" y="9348"/>
                    <a:pt x="26264" y="16916"/>
                    <a:pt x="21595" y="21595"/>
                  </a:cubicBezTo>
                  <a:cubicBezTo>
                    <a:pt x="16916" y="26264"/>
                    <a:pt x="9348" y="26264"/>
                    <a:pt x="4669" y="21595"/>
                  </a:cubicBezTo>
                  <a:cubicBezTo>
                    <a:pt x="1" y="16916"/>
                    <a:pt x="1" y="9348"/>
                    <a:pt x="4669" y="4669"/>
                  </a:cubicBezTo>
                  <a:cubicBezTo>
                    <a:pt x="9348" y="1"/>
                    <a:pt x="16916" y="1"/>
                    <a:pt x="21595" y="46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43"/>
            <p:cNvSpPr/>
            <p:nvPr/>
          </p:nvSpPr>
          <p:spPr>
            <a:xfrm>
              <a:off x="319864" y="1480126"/>
              <a:ext cx="539876" cy="539876"/>
            </a:xfrm>
            <a:custGeom>
              <a:avLst/>
              <a:gdLst/>
              <a:ahLst/>
              <a:cxnLst/>
              <a:rect l="l" t="t" r="r" b="b"/>
              <a:pathLst>
                <a:path w="15507" h="15507" extrusionOk="0">
                  <a:moveTo>
                    <a:pt x="15507" y="7758"/>
                  </a:moveTo>
                  <a:cubicBezTo>
                    <a:pt x="15507" y="12037"/>
                    <a:pt x="12037" y="15506"/>
                    <a:pt x="7758" y="15506"/>
                  </a:cubicBezTo>
                  <a:cubicBezTo>
                    <a:pt x="3469" y="15506"/>
                    <a:pt x="0" y="12037"/>
                    <a:pt x="0" y="7758"/>
                  </a:cubicBezTo>
                  <a:cubicBezTo>
                    <a:pt x="0" y="3469"/>
                    <a:pt x="3469" y="0"/>
                    <a:pt x="7758" y="0"/>
                  </a:cubicBezTo>
                  <a:cubicBezTo>
                    <a:pt x="12037" y="0"/>
                    <a:pt x="15507" y="3469"/>
                    <a:pt x="15507" y="775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43"/>
            <p:cNvSpPr/>
            <p:nvPr/>
          </p:nvSpPr>
          <p:spPr>
            <a:xfrm>
              <a:off x="365785" y="1529528"/>
              <a:ext cx="448348" cy="505792"/>
            </a:xfrm>
            <a:custGeom>
              <a:avLst/>
              <a:gdLst/>
              <a:ahLst/>
              <a:cxnLst/>
              <a:rect l="l" t="t" r="r" b="b"/>
              <a:pathLst>
                <a:path w="12878" h="14528" extrusionOk="0">
                  <a:moveTo>
                    <a:pt x="7229" y="9409"/>
                  </a:moveTo>
                  <a:cubicBezTo>
                    <a:pt x="7019" y="9568"/>
                    <a:pt x="6829" y="9748"/>
                    <a:pt x="6649" y="9938"/>
                  </a:cubicBezTo>
                  <a:cubicBezTo>
                    <a:pt x="6589" y="8839"/>
                    <a:pt x="6619" y="7739"/>
                    <a:pt x="6729" y="6649"/>
                  </a:cubicBezTo>
                  <a:cubicBezTo>
                    <a:pt x="9709" y="4940"/>
                    <a:pt x="7659" y="1630"/>
                    <a:pt x="6439" y="1"/>
                  </a:cubicBezTo>
                  <a:cubicBezTo>
                    <a:pt x="5210" y="1630"/>
                    <a:pt x="3160" y="4940"/>
                    <a:pt x="6139" y="6649"/>
                  </a:cubicBezTo>
                  <a:cubicBezTo>
                    <a:pt x="6249" y="7739"/>
                    <a:pt x="6279" y="8839"/>
                    <a:pt x="6219" y="9938"/>
                  </a:cubicBezTo>
                  <a:cubicBezTo>
                    <a:pt x="6040" y="9748"/>
                    <a:pt x="5850" y="9568"/>
                    <a:pt x="5640" y="9409"/>
                  </a:cubicBezTo>
                  <a:cubicBezTo>
                    <a:pt x="5640" y="7909"/>
                    <a:pt x="4910" y="5060"/>
                    <a:pt x="1" y="5799"/>
                  </a:cubicBezTo>
                  <a:cubicBezTo>
                    <a:pt x="1" y="5799"/>
                    <a:pt x="1131" y="8389"/>
                    <a:pt x="2330" y="9169"/>
                  </a:cubicBezTo>
                  <a:cubicBezTo>
                    <a:pt x="3320" y="9808"/>
                    <a:pt x="4920" y="9708"/>
                    <a:pt x="5460" y="9648"/>
                  </a:cubicBezTo>
                  <a:cubicBezTo>
                    <a:pt x="5760" y="9978"/>
                    <a:pt x="6000" y="10358"/>
                    <a:pt x="6169" y="10778"/>
                  </a:cubicBezTo>
                  <a:cubicBezTo>
                    <a:pt x="6089" y="11638"/>
                    <a:pt x="5950" y="13737"/>
                    <a:pt x="5730" y="14527"/>
                  </a:cubicBezTo>
                  <a:lnTo>
                    <a:pt x="7139" y="14527"/>
                  </a:lnTo>
                  <a:cubicBezTo>
                    <a:pt x="6919" y="13737"/>
                    <a:pt x="6789" y="11628"/>
                    <a:pt x="6709" y="10778"/>
                  </a:cubicBezTo>
                  <a:cubicBezTo>
                    <a:pt x="6869" y="10358"/>
                    <a:pt x="7109" y="9978"/>
                    <a:pt x="7419" y="9648"/>
                  </a:cubicBezTo>
                  <a:cubicBezTo>
                    <a:pt x="7949" y="9708"/>
                    <a:pt x="9549" y="9808"/>
                    <a:pt x="10538" y="9169"/>
                  </a:cubicBezTo>
                  <a:cubicBezTo>
                    <a:pt x="11738" y="8399"/>
                    <a:pt x="12878" y="5799"/>
                    <a:pt x="12878" y="5799"/>
                  </a:cubicBezTo>
                  <a:cubicBezTo>
                    <a:pt x="7969" y="5060"/>
                    <a:pt x="7229" y="7909"/>
                    <a:pt x="7229" y="9409"/>
                  </a:cubicBezTo>
                  <a:close/>
                  <a:moveTo>
                    <a:pt x="2920" y="8899"/>
                  </a:moveTo>
                  <a:cubicBezTo>
                    <a:pt x="1381" y="8299"/>
                    <a:pt x="731" y="6179"/>
                    <a:pt x="731" y="6179"/>
                  </a:cubicBezTo>
                  <a:cubicBezTo>
                    <a:pt x="1281" y="6759"/>
                    <a:pt x="1951" y="7209"/>
                    <a:pt x="2690" y="7509"/>
                  </a:cubicBezTo>
                  <a:cubicBezTo>
                    <a:pt x="4130" y="8109"/>
                    <a:pt x="4120" y="9369"/>
                    <a:pt x="2920" y="8899"/>
                  </a:cubicBezTo>
                  <a:close/>
                  <a:moveTo>
                    <a:pt x="5040" y="4780"/>
                  </a:moveTo>
                  <a:cubicBezTo>
                    <a:pt x="4610" y="2780"/>
                    <a:pt x="6359" y="651"/>
                    <a:pt x="6359" y="651"/>
                  </a:cubicBezTo>
                  <a:cubicBezTo>
                    <a:pt x="6139" y="1620"/>
                    <a:pt x="6129" y="2620"/>
                    <a:pt x="6319" y="3590"/>
                  </a:cubicBezTo>
                  <a:cubicBezTo>
                    <a:pt x="6689" y="5489"/>
                    <a:pt x="5380" y="6329"/>
                    <a:pt x="5040" y="4770"/>
                  </a:cubicBezTo>
                  <a:close/>
                  <a:moveTo>
                    <a:pt x="10069" y="7249"/>
                  </a:moveTo>
                  <a:cubicBezTo>
                    <a:pt x="8929" y="8319"/>
                    <a:pt x="7799" y="7789"/>
                    <a:pt x="8709" y="6889"/>
                  </a:cubicBezTo>
                  <a:cubicBezTo>
                    <a:pt x="9889" y="5719"/>
                    <a:pt x="12088" y="5999"/>
                    <a:pt x="12088" y="5999"/>
                  </a:cubicBezTo>
                  <a:cubicBezTo>
                    <a:pt x="11338" y="6269"/>
                    <a:pt x="10648" y="6689"/>
                    <a:pt x="10069" y="723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691;p45">
            <a:extLst>
              <a:ext uri="{FF2B5EF4-FFF2-40B4-BE49-F238E27FC236}">
                <a16:creationId xmlns:a16="http://schemas.microsoft.com/office/drawing/2014/main" id="{06DB2DEC-16AC-ED09-EACC-0EADB8115966}"/>
              </a:ext>
            </a:extLst>
          </p:cNvPr>
          <p:cNvGrpSpPr/>
          <p:nvPr/>
        </p:nvGrpSpPr>
        <p:grpSpPr>
          <a:xfrm>
            <a:off x="7824023" y="2791782"/>
            <a:ext cx="886846" cy="888649"/>
            <a:chOff x="2404575" y="3332600"/>
            <a:chExt cx="656625" cy="656625"/>
          </a:xfrm>
        </p:grpSpPr>
        <p:sp>
          <p:nvSpPr>
            <p:cNvPr id="3" name="Google Shape;692;p45">
              <a:extLst>
                <a:ext uri="{FF2B5EF4-FFF2-40B4-BE49-F238E27FC236}">
                  <a16:creationId xmlns:a16="http://schemas.microsoft.com/office/drawing/2014/main" id="{42058980-5017-05F1-C5EB-E2F3479436AC}"/>
                </a:ext>
              </a:extLst>
            </p:cNvPr>
            <p:cNvSpPr/>
            <p:nvPr/>
          </p:nvSpPr>
          <p:spPr>
            <a:xfrm>
              <a:off x="2406075" y="3334050"/>
              <a:ext cx="653875" cy="653675"/>
            </a:xfrm>
            <a:custGeom>
              <a:avLst/>
              <a:gdLst/>
              <a:ahLst/>
              <a:cxnLst/>
              <a:rect l="l" t="t" r="r" b="b"/>
              <a:pathLst>
                <a:path w="26155" h="26147" extrusionOk="0">
                  <a:moveTo>
                    <a:pt x="12528" y="2012"/>
                  </a:moveTo>
                  <a:cubicBezTo>
                    <a:pt x="12758" y="2362"/>
                    <a:pt x="13138" y="2582"/>
                    <a:pt x="13557" y="2602"/>
                  </a:cubicBezTo>
                  <a:cubicBezTo>
                    <a:pt x="13578" y="2603"/>
                    <a:pt x="13598" y="2603"/>
                    <a:pt x="13618" y="2603"/>
                  </a:cubicBezTo>
                  <a:cubicBezTo>
                    <a:pt x="14015" y="2603"/>
                    <a:pt x="14390" y="2416"/>
                    <a:pt x="14637" y="2102"/>
                  </a:cubicBezTo>
                  <a:cubicBezTo>
                    <a:pt x="14787" y="2492"/>
                    <a:pt x="15127" y="2782"/>
                    <a:pt x="15537" y="2872"/>
                  </a:cubicBezTo>
                  <a:cubicBezTo>
                    <a:pt x="15638" y="2897"/>
                    <a:pt x="15741" y="2910"/>
                    <a:pt x="15844" y="2910"/>
                  </a:cubicBezTo>
                  <a:cubicBezTo>
                    <a:pt x="16148" y="2910"/>
                    <a:pt x="16448" y="2801"/>
                    <a:pt x="16687" y="2592"/>
                  </a:cubicBezTo>
                  <a:cubicBezTo>
                    <a:pt x="16767" y="3002"/>
                    <a:pt x="17037" y="3352"/>
                    <a:pt x="17416" y="3522"/>
                  </a:cubicBezTo>
                  <a:cubicBezTo>
                    <a:pt x="17589" y="3601"/>
                    <a:pt x="17771" y="3640"/>
                    <a:pt x="17952" y="3640"/>
                  </a:cubicBezTo>
                  <a:cubicBezTo>
                    <a:pt x="18180" y="3640"/>
                    <a:pt x="18406" y="3579"/>
                    <a:pt x="18606" y="3462"/>
                  </a:cubicBezTo>
                  <a:cubicBezTo>
                    <a:pt x="18606" y="3882"/>
                    <a:pt x="18806" y="4281"/>
                    <a:pt x="19146" y="4521"/>
                  </a:cubicBezTo>
                  <a:cubicBezTo>
                    <a:pt x="19369" y="4679"/>
                    <a:pt x="19634" y="4758"/>
                    <a:pt x="19903" y="4758"/>
                  </a:cubicBezTo>
                  <a:cubicBezTo>
                    <a:pt x="20045" y="4758"/>
                    <a:pt x="20188" y="4736"/>
                    <a:pt x="20326" y="4691"/>
                  </a:cubicBezTo>
                  <a:lnTo>
                    <a:pt x="20326" y="4691"/>
                  </a:lnTo>
                  <a:cubicBezTo>
                    <a:pt x="20246" y="5101"/>
                    <a:pt x="20366" y="5521"/>
                    <a:pt x="20666" y="5821"/>
                  </a:cubicBezTo>
                  <a:cubicBezTo>
                    <a:pt x="20912" y="6084"/>
                    <a:pt x="21244" y="6225"/>
                    <a:pt x="21595" y="6225"/>
                  </a:cubicBezTo>
                  <a:cubicBezTo>
                    <a:pt x="21658" y="6225"/>
                    <a:pt x="21722" y="6220"/>
                    <a:pt x="21785" y="6211"/>
                  </a:cubicBezTo>
                  <a:lnTo>
                    <a:pt x="21785" y="6211"/>
                  </a:lnTo>
                  <a:cubicBezTo>
                    <a:pt x="21625" y="6601"/>
                    <a:pt x="21675" y="7041"/>
                    <a:pt x="21905" y="7391"/>
                  </a:cubicBezTo>
                  <a:cubicBezTo>
                    <a:pt x="22125" y="7741"/>
                    <a:pt x="22515" y="7961"/>
                    <a:pt x="22935" y="7981"/>
                  </a:cubicBezTo>
                  <a:cubicBezTo>
                    <a:pt x="22705" y="8330"/>
                    <a:pt x="22665" y="8770"/>
                    <a:pt x="22815" y="9160"/>
                  </a:cubicBezTo>
                  <a:cubicBezTo>
                    <a:pt x="22975" y="9550"/>
                    <a:pt x="23315" y="9840"/>
                    <a:pt x="23715" y="9940"/>
                  </a:cubicBezTo>
                  <a:cubicBezTo>
                    <a:pt x="23425" y="10240"/>
                    <a:pt x="23305" y="10660"/>
                    <a:pt x="23385" y="11070"/>
                  </a:cubicBezTo>
                  <a:cubicBezTo>
                    <a:pt x="23465" y="11490"/>
                    <a:pt x="23735" y="11830"/>
                    <a:pt x="24115" y="12010"/>
                  </a:cubicBezTo>
                  <a:cubicBezTo>
                    <a:pt x="23775" y="12249"/>
                    <a:pt x="23575" y="12639"/>
                    <a:pt x="23575" y="13059"/>
                  </a:cubicBezTo>
                  <a:lnTo>
                    <a:pt x="23575" y="13089"/>
                  </a:lnTo>
                  <a:cubicBezTo>
                    <a:pt x="23575" y="13499"/>
                    <a:pt x="23775" y="13899"/>
                    <a:pt x="24125" y="14139"/>
                  </a:cubicBezTo>
                  <a:cubicBezTo>
                    <a:pt x="23745" y="14309"/>
                    <a:pt x="23465" y="14659"/>
                    <a:pt x="23395" y="15069"/>
                  </a:cubicBezTo>
                  <a:cubicBezTo>
                    <a:pt x="23315" y="15479"/>
                    <a:pt x="23435" y="15909"/>
                    <a:pt x="23725" y="16209"/>
                  </a:cubicBezTo>
                  <a:cubicBezTo>
                    <a:pt x="23315" y="16308"/>
                    <a:pt x="22985" y="16598"/>
                    <a:pt x="22825" y="16988"/>
                  </a:cubicBezTo>
                  <a:cubicBezTo>
                    <a:pt x="22675" y="17368"/>
                    <a:pt x="22715" y="17818"/>
                    <a:pt x="22945" y="18168"/>
                  </a:cubicBezTo>
                  <a:cubicBezTo>
                    <a:pt x="22525" y="18188"/>
                    <a:pt x="22145" y="18408"/>
                    <a:pt x="21915" y="18758"/>
                  </a:cubicBezTo>
                  <a:cubicBezTo>
                    <a:pt x="21685" y="19108"/>
                    <a:pt x="21645" y="19548"/>
                    <a:pt x="21805" y="19938"/>
                  </a:cubicBezTo>
                  <a:cubicBezTo>
                    <a:pt x="21744" y="19929"/>
                    <a:pt x="21683" y="19925"/>
                    <a:pt x="21622" y="19925"/>
                  </a:cubicBezTo>
                  <a:cubicBezTo>
                    <a:pt x="21266" y="19925"/>
                    <a:pt x="20923" y="20071"/>
                    <a:pt x="20676" y="20327"/>
                  </a:cubicBezTo>
                  <a:cubicBezTo>
                    <a:pt x="20386" y="20627"/>
                    <a:pt x="20266" y="21057"/>
                    <a:pt x="20346" y="21467"/>
                  </a:cubicBezTo>
                  <a:cubicBezTo>
                    <a:pt x="20205" y="21418"/>
                    <a:pt x="20058" y="21393"/>
                    <a:pt x="19913" y="21393"/>
                  </a:cubicBezTo>
                  <a:cubicBezTo>
                    <a:pt x="19648" y="21393"/>
                    <a:pt x="19386" y="21475"/>
                    <a:pt x="19166" y="21637"/>
                  </a:cubicBezTo>
                  <a:cubicBezTo>
                    <a:pt x="18826" y="21877"/>
                    <a:pt x="18626" y="22277"/>
                    <a:pt x="18626" y="22687"/>
                  </a:cubicBezTo>
                  <a:cubicBezTo>
                    <a:pt x="18430" y="22573"/>
                    <a:pt x="18207" y="22515"/>
                    <a:pt x="17984" y="22515"/>
                  </a:cubicBezTo>
                  <a:cubicBezTo>
                    <a:pt x="17797" y="22515"/>
                    <a:pt x="17609" y="22555"/>
                    <a:pt x="17436" y="22637"/>
                  </a:cubicBezTo>
                  <a:cubicBezTo>
                    <a:pt x="17057" y="22807"/>
                    <a:pt x="16787" y="23157"/>
                    <a:pt x="16707" y="23567"/>
                  </a:cubicBezTo>
                  <a:cubicBezTo>
                    <a:pt x="16473" y="23363"/>
                    <a:pt x="16171" y="23250"/>
                    <a:pt x="15860" y="23250"/>
                  </a:cubicBezTo>
                  <a:cubicBezTo>
                    <a:pt x="15759" y="23250"/>
                    <a:pt x="15657" y="23262"/>
                    <a:pt x="15557" y="23287"/>
                  </a:cubicBezTo>
                  <a:cubicBezTo>
                    <a:pt x="15147" y="23387"/>
                    <a:pt x="14817" y="23677"/>
                    <a:pt x="14657" y="24067"/>
                  </a:cubicBezTo>
                  <a:cubicBezTo>
                    <a:pt x="14419" y="23752"/>
                    <a:pt x="14036" y="23565"/>
                    <a:pt x="13638" y="23565"/>
                  </a:cubicBezTo>
                  <a:cubicBezTo>
                    <a:pt x="13618" y="23565"/>
                    <a:pt x="13598" y="23566"/>
                    <a:pt x="13577" y="23567"/>
                  </a:cubicBezTo>
                  <a:cubicBezTo>
                    <a:pt x="13158" y="23587"/>
                    <a:pt x="12778" y="23807"/>
                    <a:pt x="12558" y="24157"/>
                  </a:cubicBezTo>
                  <a:cubicBezTo>
                    <a:pt x="12358" y="23787"/>
                    <a:pt x="11998" y="23527"/>
                    <a:pt x="11588" y="23477"/>
                  </a:cubicBezTo>
                  <a:cubicBezTo>
                    <a:pt x="11528" y="23467"/>
                    <a:pt x="11458" y="23467"/>
                    <a:pt x="11398" y="23467"/>
                  </a:cubicBezTo>
                  <a:cubicBezTo>
                    <a:pt x="11038" y="23467"/>
                    <a:pt x="10708" y="23617"/>
                    <a:pt x="10458" y="23877"/>
                  </a:cubicBezTo>
                  <a:cubicBezTo>
                    <a:pt x="10348" y="23477"/>
                    <a:pt x="10038" y="23157"/>
                    <a:pt x="9638" y="23017"/>
                  </a:cubicBezTo>
                  <a:cubicBezTo>
                    <a:pt x="9504" y="22969"/>
                    <a:pt x="9364" y="22945"/>
                    <a:pt x="9224" y="22945"/>
                  </a:cubicBezTo>
                  <a:cubicBezTo>
                    <a:pt x="8957" y="22945"/>
                    <a:pt x="8691" y="23030"/>
                    <a:pt x="8469" y="23187"/>
                  </a:cubicBezTo>
                  <a:cubicBezTo>
                    <a:pt x="8429" y="22767"/>
                    <a:pt x="8189" y="22397"/>
                    <a:pt x="7829" y="22187"/>
                  </a:cubicBezTo>
                  <a:cubicBezTo>
                    <a:pt x="7633" y="22073"/>
                    <a:pt x="7410" y="22015"/>
                    <a:pt x="7186" y="22015"/>
                  </a:cubicBezTo>
                  <a:cubicBezTo>
                    <a:pt x="6999" y="22015"/>
                    <a:pt x="6812" y="22055"/>
                    <a:pt x="6639" y="22137"/>
                  </a:cubicBezTo>
                  <a:cubicBezTo>
                    <a:pt x="6679" y="21717"/>
                    <a:pt x="6519" y="21307"/>
                    <a:pt x="6199" y="21027"/>
                  </a:cubicBezTo>
                  <a:cubicBezTo>
                    <a:pt x="5965" y="20824"/>
                    <a:pt x="5657" y="20711"/>
                    <a:pt x="5348" y="20711"/>
                  </a:cubicBezTo>
                  <a:cubicBezTo>
                    <a:pt x="5248" y="20711"/>
                    <a:pt x="5148" y="20723"/>
                    <a:pt x="5050" y="20747"/>
                  </a:cubicBezTo>
                  <a:cubicBezTo>
                    <a:pt x="5169" y="20347"/>
                    <a:pt x="5080" y="19918"/>
                    <a:pt x="4820" y="19588"/>
                  </a:cubicBezTo>
                  <a:cubicBezTo>
                    <a:pt x="4573" y="19274"/>
                    <a:pt x="4200" y="19096"/>
                    <a:pt x="3803" y="19096"/>
                  </a:cubicBezTo>
                  <a:cubicBezTo>
                    <a:pt x="3782" y="19096"/>
                    <a:pt x="3761" y="19097"/>
                    <a:pt x="3740" y="19098"/>
                  </a:cubicBezTo>
                  <a:cubicBezTo>
                    <a:pt x="3930" y="18728"/>
                    <a:pt x="3930" y="18278"/>
                    <a:pt x="3740" y="17908"/>
                  </a:cubicBezTo>
                  <a:cubicBezTo>
                    <a:pt x="3550" y="17538"/>
                    <a:pt x="3190" y="17278"/>
                    <a:pt x="2770" y="17218"/>
                  </a:cubicBezTo>
                  <a:cubicBezTo>
                    <a:pt x="3030" y="16898"/>
                    <a:pt x="3120" y="16458"/>
                    <a:pt x="3000" y="16059"/>
                  </a:cubicBezTo>
                  <a:cubicBezTo>
                    <a:pt x="2880" y="15659"/>
                    <a:pt x="2580" y="15339"/>
                    <a:pt x="2180" y="15199"/>
                  </a:cubicBezTo>
                  <a:cubicBezTo>
                    <a:pt x="2500" y="14929"/>
                    <a:pt x="2660" y="14519"/>
                    <a:pt x="2620" y="14099"/>
                  </a:cubicBezTo>
                  <a:cubicBezTo>
                    <a:pt x="2580" y="13679"/>
                    <a:pt x="2340" y="13309"/>
                    <a:pt x="1980" y="13099"/>
                  </a:cubicBezTo>
                  <a:cubicBezTo>
                    <a:pt x="2340" y="12889"/>
                    <a:pt x="2580" y="12519"/>
                    <a:pt x="2620" y="12100"/>
                  </a:cubicBezTo>
                  <a:cubicBezTo>
                    <a:pt x="2660" y="11680"/>
                    <a:pt x="2490" y="11270"/>
                    <a:pt x="2180" y="11000"/>
                  </a:cubicBezTo>
                  <a:cubicBezTo>
                    <a:pt x="2570" y="10860"/>
                    <a:pt x="2880" y="10540"/>
                    <a:pt x="2990" y="10140"/>
                  </a:cubicBezTo>
                  <a:cubicBezTo>
                    <a:pt x="3110" y="9740"/>
                    <a:pt x="3020" y="9310"/>
                    <a:pt x="2770" y="8980"/>
                  </a:cubicBezTo>
                  <a:cubicBezTo>
                    <a:pt x="3180" y="8920"/>
                    <a:pt x="3540" y="8660"/>
                    <a:pt x="3730" y="8290"/>
                  </a:cubicBezTo>
                  <a:cubicBezTo>
                    <a:pt x="3920" y="7921"/>
                    <a:pt x="3920" y="7481"/>
                    <a:pt x="3730" y="7101"/>
                  </a:cubicBezTo>
                  <a:lnTo>
                    <a:pt x="3730" y="7101"/>
                  </a:lnTo>
                  <a:cubicBezTo>
                    <a:pt x="3751" y="7102"/>
                    <a:pt x="3772" y="7102"/>
                    <a:pt x="3793" y="7102"/>
                  </a:cubicBezTo>
                  <a:cubicBezTo>
                    <a:pt x="4190" y="7102"/>
                    <a:pt x="4563" y="6924"/>
                    <a:pt x="4810" y="6611"/>
                  </a:cubicBezTo>
                  <a:cubicBezTo>
                    <a:pt x="5070" y="6281"/>
                    <a:pt x="5149" y="5841"/>
                    <a:pt x="5030" y="5441"/>
                  </a:cubicBezTo>
                  <a:lnTo>
                    <a:pt x="5030" y="5441"/>
                  </a:lnTo>
                  <a:cubicBezTo>
                    <a:pt x="5133" y="5466"/>
                    <a:pt x="5238" y="5479"/>
                    <a:pt x="5343" y="5479"/>
                  </a:cubicBezTo>
                  <a:cubicBezTo>
                    <a:pt x="5650" y="5479"/>
                    <a:pt x="5950" y="5370"/>
                    <a:pt x="6189" y="5161"/>
                  </a:cubicBezTo>
                  <a:cubicBezTo>
                    <a:pt x="6499" y="4891"/>
                    <a:pt x="6669" y="4471"/>
                    <a:pt x="6629" y="4062"/>
                  </a:cubicBezTo>
                  <a:lnTo>
                    <a:pt x="6629" y="4062"/>
                  </a:lnTo>
                  <a:cubicBezTo>
                    <a:pt x="6799" y="4138"/>
                    <a:pt x="6981" y="4176"/>
                    <a:pt x="7162" y="4176"/>
                  </a:cubicBezTo>
                  <a:cubicBezTo>
                    <a:pt x="7387" y="4176"/>
                    <a:pt x="7610" y="4118"/>
                    <a:pt x="7809" y="4002"/>
                  </a:cubicBezTo>
                  <a:cubicBezTo>
                    <a:pt x="8169" y="3792"/>
                    <a:pt x="8409" y="3422"/>
                    <a:pt x="8449" y="3002"/>
                  </a:cubicBezTo>
                  <a:cubicBezTo>
                    <a:pt x="8671" y="3159"/>
                    <a:pt x="8937" y="3239"/>
                    <a:pt x="9206" y="3239"/>
                  </a:cubicBezTo>
                  <a:cubicBezTo>
                    <a:pt x="9348" y="3239"/>
                    <a:pt x="9490" y="3217"/>
                    <a:pt x="9628" y="3172"/>
                  </a:cubicBezTo>
                  <a:cubicBezTo>
                    <a:pt x="10018" y="3032"/>
                    <a:pt x="10318" y="2712"/>
                    <a:pt x="10438" y="2312"/>
                  </a:cubicBezTo>
                  <a:cubicBezTo>
                    <a:pt x="10681" y="2563"/>
                    <a:pt x="11014" y="2709"/>
                    <a:pt x="11363" y="2709"/>
                  </a:cubicBezTo>
                  <a:cubicBezTo>
                    <a:pt x="11431" y="2709"/>
                    <a:pt x="11499" y="2703"/>
                    <a:pt x="11568" y="2692"/>
                  </a:cubicBezTo>
                  <a:cubicBezTo>
                    <a:pt x="11978" y="2632"/>
                    <a:pt x="12338" y="2382"/>
                    <a:pt x="12528" y="2012"/>
                  </a:cubicBezTo>
                  <a:close/>
                  <a:moveTo>
                    <a:pt x="13594" y="0"/>
                  </a:moveTo>
                  <a:cubicBezTo>
                    <a:pt x="13122" y="0"/>
                    <a:pt x="12686" y="274"/>
                    <a:pt x="12458" y="702"/>
                  </a:cubicBezTo>
                  <a:cubicBezTo>
                    <a:pt x="12221" y="325"/>
                    <a:pt x="11807" y="110"/>
                    <a:pt x="11372" y="110"/>
                  </a:cubicBezTo>
                  <a:cubicBezTo>
                    <a:pt x="11311" y="110"/>
                    <a:pt x="11249" y="114"/>
                    <a:pt x="11188" y="122"/>
                  </a:cubicBezTo>
                  <a:cubicBezTo>
                    <a:pt x="10688" y="192"/>
                    <a:pt x="10278" y="552"/>
                    <a:pt x="10128" y="1042"/>
                  </a:cubicBezTo>
                  <a:cubicBezTo>
                    <a:pt x="9880" y="780"/>
                    <a:pt x="9542" y="639"/>
                    <a:pt x="9196" y="639"/>
                  </a:cubicBezTo>
                  <a:cubicBezTo>
                    <a:pt x="9053" y="639"/>
                    <a:pt x="8909" y="663"/>
                    <a:pt x="8769" y="712"/>
                  </a:cubicBezTo>
                  <a:cubicBezTo>
                    <a:pt x="8289" y="872"/>
                    <a:pt x="7959" y="1302"/>
                    <a:pt x="7909" y="1812"/>
                  </a:cubicBezTo>
                  <a:cubicBezTo>
                    <a:pt x="7685" y="1654"/>
                    <a:pt x="7419" y="1573"/>
                    <a:pt x="7153" y="1573"/>
                  </a:cubicBezTo>
                  <a:cubicBezTo>
                    <a:pt x="6931" y="1573"/>
                    <a:pt x="6709" y="1629"/>
                    <a:pt x="6509" y="1742"/>
                  </a:cubicBezTo>
                  <a:cubicBezTo>
                    <a:pt x="6069" y="2002"/>
                    <a:pt x="5819" y="2492"/>
                    <a:pt x="5869" y="2992"/>
                  </a:cubicBezTo>
                  <a:cubicBezTo>
                    <a:pt x="5698" y="2914"/>
                    <a:pt x="5516" y="2876"/>
                    <a:pt x="5336" y="2876"/>
                  </a:cubicBezTo>
                  <a:cubicBezTo>
                    <a:pt x="5030" y="2876"/>
                    <a:pt x="4728" y="2984"/>
                    <a:pt x="4490" y="3192"/>
                  </a:cubicBezTo>
                  <a:cubicBezTo>
                    <a:pt x="4110" y="3532"/>
                    <a:pt x="3950" y="4052"/>
                    <a:pt x="4100" y="4541"/>
                  </a:cubicBezTo>
                  <a:cubicBezTo>
                    <a:pt x="3997" y="4517"/>
                    <a:pt x="3894" y="4505"/>
                    <a:pt x="3792" y="4505"/>
                  </a:cubicBezTo>
                  <a:cubicBezTo>
                    <a:pt x="3398" y="4505"/>
                    <a:pt x="3024" y="4684"/>
                    <a:pt x="2770" y="5001"/>
                  </a:cubicBezTo>
                  <a:cubicBezTo>
                    <a:pt x="2460" y="5401"/>
                    <a:pt x="2410" y="5941"/>
                    <a:pt x="2640" y="6391"/>
                  </a:cubicBezTo>
                  <a:cubicBezTo>
                    <a:pt x="2623" y="6390"/>
                    <a:pt x="2605" y="6390"/>
                    <a:pt x="2588" y="6390"/>
                  </a:cubicBezTo>
                  <a:cubicBezTo>
                    <a:pt x="2107" y="6390"/>
                    <a:pt x="1652" y="6656"/>
                    <a:pt x="1430" y="7091"/>
                  </a:cubicBezTo>
                  <a:cubicBezTo>
                    <a:pt x="1200" y="7541"/>
                    <a:pt x="1250" y="8091"/>
                    <a:pt x="1570" y="8490"/>
                  </a:cubicBezTo>
                  <a:cubicBezTo>
                    <a:pt x="1061" y="8560"/>
                    <a:pt x="651" y="8920"/>
                    <a:pt x="511" y="9400"/>
                  </a:cubicBezTo>
                  <a:cubicBezTo>
                    <a:pt x="371" y="9890"/>
                    <a:pt x="521" y="10410"/>
                    <a:pt x="911" y="10740"/>
                  </a:cubicBezTo>
                  <a:cubicBezTo>
                    <a:pt x="431" y="10910"/>
                    <a:pt x="91" y="11340"/>
                    <a:pt x="41" y="11850"/>
                  </a:cubicBezTo>
                  <a:cubicBezTo>
                    <a:pt x="1" y="12349"/>
                    <a:pt x="251" y="12839"/>
                    <a:pt x="681" y="13089"/>
                  </a:cubicBezTo>
                  <a:cubicBezTo>
                    <a:pt x="251" y="13339"/>
                    <a:pt x="1" y="13829"/>
                    <a:pt x="51" y="14329"/>
                  </a:cubicBezTo>
                  <a:cubicBezTo>
                    <a:pt x="91" y="14839"/>
                    <a:pt x="431" y="15269"/>
                    <a:pt x="911" y="15429"/>
                  </a:cubicBezTo>
                  <a:cubicBezTo>
                    <a:pt x="531" y="15759"/>
                    <a:pt x="371" y="16288"/>
                    <a:pt x="521" y="16778"/>
                  </a:cubicBezTo>
                  <a:cubicBezTo>
                    <a:pt x="661" y="17258"/>
                    <a:pt x="1070" y="17618"/>
                    <a:pt x="1580" y="17688"/>
                  </a:cubicBezTo>
                  <a:cubicBezTo>
                    <a:pt x="1260" y="18088"/>
                    <a:pt x="1210" y="18638"/>
                    <a:pt x="1440" y="19088"/>
                  </a:cubicBezTo>
                  <a:cubicBezTo>
                    <a:pt x="1668" y="19515"/>
                    <a:pt x="2103" y="19780"/>
                    <a:pt x="2583" y="19780"/>
                  </a:cubicBezTo>
                  <a:cubicBezTo>
                    <a:pt x="2609" y="19780"/>
                    <a:pt x="2634" y="19779"/>
                    <a:pt x="2660" y="19778"/>
                  </a:cubicBezTo>
                  <a:lnTo>
                    <a:pt x="2660" y="19778"/>
                  </a:lnTo>
                  <a:cubicBezTo>
                    <a:pt x="2430" y="20228"/>
                    <a:pt x="2480" y="20777"/>
                    <a:pt x="2790" y="21177"/>
                  </a:cubicBezTo>
                  <a:cubicBezTo>
                    <a:pt x="3044" y="21487"/>
                    <a:pt x="3417" y="21664"/>
                    <a:pt x="3811" y="21664"/>
                  </a:cubicBezTo>
                  <a:cubicBezTo>
                    <a:pt x="3913" y="21664"/>
                    <a:pt x="4017" y="21652"/>
                    <a:pt x="4120" y="21627"/>
                  </a:cubicBezTo>
                  <a:lnTo>
                    <a:pt x="4120" y="21627"/>
                  </a:lnTo>
                  <a:cubicBezTo>
                    <a:pt x="3970" y="22117"/>
                    <a:pt x="4130" y="22637"/>
                    <a:pt x="4510" y="22977"/>
                  </a:cubicBezTo>
                  <a:cubicBezTo>
                    <a:pt x="4754" y="23177"/>
                    <a:pt x="5056" y="23283"/>
                    <a:pt x="5362" y="23283"/>
                  </a:cubicBezTo>
                  <a:cubicBezTo>
                    <a:pt x="5544" y="23283"/>
                    <a:pt x="5727" y="23245"/>
                    <a:pt x="5899" y="23167"/>
                  </a:cubicBezTo>
                  <a:lnTo>
                    <a:pt x="5899" y="23167"/>
                  </a:lnTo>
                  <a:cubicBezTo>
                    <a:pt x="5849" y="23667"/>
                    <a:pt x="6099" y="24157"/>
                    <a:pt x="6539" y="24416"/>
                  </a:cubicBezTo>
                  <a:cubicBezTo>
                    <a:pt x="6739" y="24530"/>
                    <a:pt x="6961" y="24586"/>
                    <a:pt x="7183" y="24586"/>
                  </a:cubicBezTo>
                  <a:cubicBezTo>
                    <a:pt x="7449" y="24586"/>
                    <a:pt x="7715" y="24505"/>
                    <a:pt x="7939" y="24347"/>
                  </a:cubicBezTo>
                  <a:cubicBezTo>
                    <a:pt x="7989" y="24846"/>
                    <a:pt x="8329" y="25276"/>
                    <a:pt x="8809" y="25446"/>
                  </a:cubicBezTo>
                  <a:cubicBezTo>
                    <a:pt x="8945" y="25493"/>
                    <a:pt x="9087" y="25516"/>
                    <a:pt x="9229" y="25516"/>
                  </a:cubicBezTo>
                  <a:cubicBezTo>
                    <a:pt x="9576" y="25516"/>
                    <a:pt x="9920" y="25379"/>
                    <a:pt x="10168" y="25116"/>
                  </a:cubicBezTo>
                  <a:cubicBezTo>
                    <a:pt x="10308" y="25596"/>
                    <a:pt x="10718" y="25956"/>
                    <a:pt x="11228" y="26026"/>
                  </a:cubicBezTo>
                  <a:cubicBezTo>
                    <a:pt x="11289" y="26035"/>
                    <a:pt x="11351" y="26039"/>
                    <a:pt x="11411" y="26039"/>
                  </a:cubicBezTo>
                  <a:cubicBezTo>
                    <a:pt x="11845" y="26039"/>
                    <a:pt x="12252" y="25823"/>
                    <a:pt x="12498" y="25446"/>
                  </a:cubicBezTo>
                  <a:cubicBezTo>
                    <a:pt x="12718" y="25876"/>
                    <a:pt x="13158" y="26146"/>
                    <a:pt x="13647" y="26146"/>
                  </a:cubicBezTo>
                  <a:lnTo>
                    <a:pt x="13707" y="26146"/>
                  </a:lnTo>
                  <a:cubicBezTo>
                    <a:pt x="14217" y="26126"/>
                    <a:pt x="14657" y="25806"/>
                    <a:pt x="14847" y="25336"/>
                  </a:cubicBezTo>
                  <a:cubicBezTo>
                    <a:pt x="15093" y="25654"/>
                    <a:pt x="15472" y="25833"/>
                    <a:pt x="15863" y="25833"/>
                  </a:cubicBezTo>
                  <a:cubicBezTo>
                    <a:pt x="15964" y="25833"/>
                    <a:pt x="16066" y="25821"/>
                    <a:pt x="16167" y="25796"/>
                  </a:cubicBezTo>
                  <a:cubicBezTo>
                    <a:pt x="16657" y="25676"/>
                    <a:pt x="17037" y="25286"/>
                    <a:pt x="17137" y="24786"/>
                  </a:cubicBezTo>
                  <a:cubicBezTo>
                    <a:pt x="17375" y="24994"/>
                    <a:pt x="17677" y="25102"/>
                    <a:pt x="17985" y="25102"/>
                  </a:cubicBezTo>
                  <a:cubicBezTo>
                    <a:pt x="18167" y="25102"/>
                    <a:pt x="18352" y="25064"/>
                    <a:pt x="18526" y="24986"/>
                  </a:cubicBezTo>
                  <a:cubicBezTo>
                    <a:pt x="18976" y="24766"/>
                    <a:pt x="19276" y="24307"/>
                    <a:pt x="19276" y="23807"/>
                  </a:cubicBezTo>
                  <a:cubicBezTo>
                    <a:pt x="19471" y="23920"/>
                    <a:pt x="19691" y="23976"/>
                    <a:pt x="19911" y="23976"/>
                  </a:cubicBezTo>
                  <a:cubicBezTo>
                    <a:pt x="20176" y="23976"/>
                    <a:pt x="20442" y="23895"/>
                    <a:pt x="20666" y="23737"/>
                  </a:cubicBezTo>
                  <a:cubicBezTo>
                    <a:pt x="21086" y="23437"/>
                    <a:pt x="21286" y="22937"/>
                    <a:pt x="21186" y="22437"/>
                  </a:cubicBezTo>
                  <a:lnTo>
                    <a:pt x="21186" y="22437"/>
                  </a:lnTo>
                  <a:cubicBezTo>
                    <a:pt x="21326" y="22487"/>
                    <a:pt x="21470" y="22511"/>
                    <a:pt x="21613" y="22511"/>
                  </a:cubicBezTo>
                  <a:cubicBezTo>
                    <a:pt x="21959" y="22511"/>
                    <a:pt x="22297" y="22369"/>
                    <a:pt x="22545" y="22107"/>
                  </a:cubicBezTo>
                  <a:cubicBezTo>
                    <a:pt x="22895" y="21737"/>
                    <a:pt x="22995" y="21197"/>
                    <a:pt x="22815" y="20727"/>
                  </a:cubicBezTo>
                  <a:lnTo>
                    <a:pt x="22815" y="20727"/>
                  </a:lnTo>
                  <a:cubicBezTo>
                    <a:pt x="22881" y="20738"/>
                    <a:pt x="22947" y="20743"/>
                    <a:pt x="23012" y="20743"/>
                  </a:cubicBezTo>
                  <a:cubicBezTo>
                    <a:pt x="23441" y="20743"/>
                    <a:pt x="23842" y="20521"/>
                    <a:pt x="24085" y="20148"/>
                  </a:cubicBezTo>
                  <a:cubicBezTo>
                    <a:pt x="24355" y="19728"/>
                    <a:pt x="24355" y="19178"/>
                    <a:pt x="24085" y="18748"/>
                  </a:cubicBezTo>
                  <a:cubicBezTo>
                    <a:pt x="24585" y="18728"/>
                    <a:pt x="25035" y="18408"/>
                    <a:pt x="25225" y="17938"/>
                  </a:cubicBezTo>
                  <a:cubicBezTo>
                    <a:pt x="25415" y="17468"/>
                    <a:pt x="25305" y="16928"/>
                    <a:pt x="24955" y="16568"/>
                  </a:cubicBezTo>
                  <a:cubicBezTo>
                    <a:pt x="25455" y="16448"/>
                    <a:pt x="25824" y="16049"/>
                    <a:pt x="25924" y="15549"/>
                  </a:cubicBezTo>
                  <a:cubicBezTo>
                    <a:pt x="26014" y="15059"/>
                    <a:pt x="25814" y="14549"/>
                    <a:pt x="25405" y="14259"/>
                  </a:cubicBezTo>
                  <a:cubicBezTo>
                    <a:pt x="25864" y="14039"/>
                    <a:pt x="26154" y="13579"/>
                    <a:pt x="26154" y="13079"/>
                  </a:cubicBezTo>
                  <a:lnTo>
                    <a:pt x="26154" y="13069"/>
                  </a:lnTo>
                  <a:lnTo>
                    <a:pt x="26154" y="13049"/>
                  </a:lnTo>
                  <a:cubicBezTo>
                    <a:pt x="26154" y="12539"/>
                    <a:pt x="25854" y="12080"/>
                    <a:pt x="25395" y="11880"/>
                  </a:cubicBezTo>
                  <a:cubicBezTo>
                    <a:pt x="25804" y="11580"/>
                    <a:pt x="26004" y="11070"/>
                    <a:pt x="25914" y="10580"/>
                  </a:cubicBezTo>
                  <a:cubicBezTo>
                    <a:pt x="25814" y="10080"/>
                    <a:pt x="25435" y="9680"/>
                    <a:pt x="24945" y="9560"/>
                  </a:cubicBezTo>
                  <a:cubicBezTo>
                    <a:pt x="25295" y="9200"/>
                    <a:pt x="25395" y="8660"/>
                    <a:pt x="25205" y="8190"/>
                  </a:cubicBezTo>
                  <a:cubicBezTo>
                    <a:pt x="25015" y="7721"/>
                    <a:pt x="24575" y="7401"/>
                    <a:pt x="24065" y="7381"/>
                  </a:cubicBezTo>
                  <a:cubicBezTo>
                    <a:pt x="24335" y="6951"/>
                    <a:pt x="24335" y="6411"/>
                    <a:pt x="24065" y="5981"/>
                  </a:cubicBezTo>
                  <a:cubicBezTo>
                    <a:pt x="23819" y="5604"/>
                    <a:pt x="23412" y="5388"/>
                    <a:pt x="22978" y="5388"/>
                  </a:cubicBezTo>
                  <a:cubicBezTo>
                    <a:pt x="22918" y="5388"/>
                    <a:pt x="22857" y="5393"/>
                    <a:pt x="22795" y="5401"/>
                  </a:cubicBezTo>
                  <a:cubicBezTo>
                    <a:pt x="22975" y="4931"/>
                    <a:pt x="22875" y="4391"/>
                    <a:pt x="22525" y="4032"/>
                  </a:cubicBezTo>
                  <a:cubicBezTo>
                    <a:pt x="22277" y="3770"/>
                    <a:pt x="21939" y="3628"/>
                    <a:pt x="21593" y="3628"/>
                  </a:cubicBezTo>
                  <a:cubicBezTo>
                    <a:pt x="21450" y="3628"/>
                    <a:pt x="21306" y="3652"/>
                    <a:pt x="21166" y="3702"/>
                  </a:cubicBezTo>
                  <a:cubicBezTo>
                    <a:pt x="21256" y="3202"/>
                    <a:pt x="21056" y="2692"/>
                    <a:pt x="20646" y="2402"/>
                  </a:cubicBezTo>
                  <a:cubicBezTo>
                    <a:pt x="20419" y="2245"/>
                    <a:pt x="20156" y="2164"/>
                    <a:pt x="19894" y="2164"/>
                  </a:cubicBezTo>
                  <a:cubicBezTo>
                    <a:pt x="19671" y="2164"/>
                    <a:pt x="19448" y="2223"/>
                    <a:pt x="19246" y="2342"/>
                  </a:cubicBezTo>
                  <a:cubicBezTo>
                    <a:pt x="19246" y="1832"/>
                    <a:pt x="18946" y="1372"/>
                    <a:pt x="18486" y="1162"/>
                  </a:cubicBezTo>
                  <a:cubicBezTo>
                    <a:pt x="18315" y="1084"/>
                    <a:pt x="18133" y="1046"/>
                    <a:pt x="17952" y="1046"/>
                  </a:cubicBezTo>
                  <a:cubicBezTo>
                    <a:pt x="17646" y="1046"/>
                    <a:pt x="17342" y="1155"/>
                    <a:pt x="17097" y="1362"/>
                  </a:cubicBezTo>
                  <a:cubicBezTo>
                    <a:pt x="17007" y="862"/>
                    <a:pt x="16627" y="472"/>
                    <a:pt x="16137" y="352"/>
                  </a:cubicBezTo>
                  <a:cubicBezTo>
                    <a:pt x="16034" y="328"/>
                    <a:pt x="15931" y="316"/>
                    <a:pt x="15829" y="316"/>
                  </a:cubicBezTo>
                  <a:cubicBezTo>
                    <a:pt x="15435" y="316"/>
                    <a:pt x="15061" y="495"/>
                    <a:pt x="14807" y="812"/>
                  </a:cubicBezTo>
                  <a:cubicBezTo>
                    <a:pt x="14627" y="342"/>
                    <a:pt x="14177" y="23"/>
                    <a:pt x="13667" y="3"/>
                  </a:cubicBezTo>
                  <a:cubicBezTo>
                    <a:pt x="13643" y="1"/>
                    <a:pt x="13619" y="0"/>
                    <a:pt x="135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4" name="Google Shape;693;p45">
              <a:extLst>
                <a:ext uri="{FF2B5EF4-FFF2-40B4-BE49-F238E27FC236}">
                  <a16:creationId xmlns:a16="http://schemas.microsoft.com/office/drawing/2014/main" id="{BBAE6656-D887-1C9F-151F-C9BA071013F4}"/>
                </a:ext>
              </a:extLst>
            </p:cNvPr>
            <p:cNvSpPr/>
            <p:nvPr/>
          </p:nvSpPr>
          <p:spPr>
            <a:xfrm>
              <a:off x="2404575" y="3332600"/>
              <a:ext cx="656625" cy="656625"/>
            </a:xfrm>
            <a:custGeom>
              <a:avLst/>
              <a:gdLst/>
              <a:ahLst/>
              <a:cxnLst/>
              <a:rect l="l" t="t" r="r" b="b"/>
              <a:pathLst>
                <a:path w="26265" h="26265" extrusionOk="0">
                  <a:moveTo>
                    <a:pt x="21595" y="4669"/>
                  </a:moveTo>
                  <a:cubicBezTo>
                    <a:pt x="26264" y="9348"/>
                    <a:pt x="26264" y="16916"/>
                    <a:pt x="21595" y="21595"/>
                  </a:cubicBezTo>
                  <a:cubicBezTo>
                    <a:pt x="16927" y="26264"/>
                    <a:pt x="9348" y="26264"/>
                    <a:pt x="4680" y="21595"/>
                  </a:cubicBezTo>
                  <a:cubicBezTo>
                    <a:pt x="1" y="16916"/>
                    <a:pt x="1" y="9348"/>
                    <a:pt x="4680" y="4669"/>
                  </a:cubicBezTo>
                  <a:cubicBezTo>
                    <a:pt x="9348" y="1"/>
                    <a:pt x="16927" y="1"/>
                    <a:pt x="21595" y="466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5" name="Google Shape;694;p45">
              <a:extLst>
                <a:ext uri="{FF2B5EF4-FFF2-40B4-BE49-F238E27FC236}">
                  <a16:creationId xmlns:a16="http://schemas.microsoft.com/office/drawing/2014/main" id="{EB803EEE-E1CF-AC77-993F-EB355C9F1F11}"/>
                </a:ext>
              </a:extLst>
            </p:cNvPr>
            <p:cNvSpPr/>
            <p:nvPr/>
          </p:nvSpPr>
          <p:spPr>
            <a:xfrm>
              <a:off x="2539050" y="3467075"/>
              <a:ext cx="387675" cy="387675"/>
            </a:xfrm>
            <a:custGeom>
              <a:avLst/>
              <a:gdLst/>
              <a:ahLst/>
              <a:cxnLst/>
              <a:rect l="l" t="t" r="r" b="b"/>
              <a:pathLst>
                <a:path w="15507" h="15507" extrusionOk="0">
                  <a:moveTo>
                    <a:pt x="15507" y="7758"/>
                  </a:moveTo>
                  <a:cubicBezTo>
                    <a:pt x="15507" y="12037"/>
                    <a:pt x="12038" y="15506"/>
                    <a:pt x="7759" y="15506"/>
                  </a:cubicBezTo>
                  <a:cubicBezTo>
                    <a:pt x="3470" y="15506"/>
                    <a:pt x="0" y="12037"/>
                    <a:pt x="0" y="7758"/>
                  </a:cubicBezTo>
                  <a:cubicBezTo>
                    <a:pt x="0" y="3469"/>
                    <a:pt x="3470" y="0"/>
                    <a:pt x="7759" y="0"/>
                  </a:cubicBezTo>
                  <a:cubicBezTo>
                    <a:pt x="12038" y="0"/>
                    <a:pt x="15507" y="3469"/>
                    <a:pt x="15507" y="775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6" name="Google Shape;695;p45">
              <a:extLst>
                <a:ext uri="{FF2B5EF4-FFF2-40B4-BE49-F238E27FC236}">
                  <a16:creationId xmlns:a16="http://schemas.microsoft.com/office/drawing/2014/main" id="{777922C7-ABDC-7651-3A94-7005DD99F5A4}"/>
                </a:ext>
              </a:extLst>
            </p:cNvPr>
            <p:cNvSpPr/>
            <p:nvPr/>
          </p:nvSpPr>
          <p:spPr>
            <a:xfrm>
              <a:off x="2599775" y="3473575"/>
              <a:ext cx="246475" cy="288200"/>
            </a:xfrm>
            <a:custGeom>
              <a:avLst/>
              <a:gdLst/>
              <a:ahLst/>
              <a:cxnLst/>
              <a:rect l="l" t="t" r="r" b="b"/>
              <a:pathLst>
                <a:path w="9859" h="11528" extrusionOk="0">
                  <a:moveTo>
                    <a:pt x="9858" y="5689"/>
                  </a:moveTo>
                  <a:cubicBezTo>
                    <a:pt x="9858" y="2180"/>
                    <a:pt x="6039" y="0"/>
                    <a:pt x="3020" y="1790"/>
                  </a:cubicBezTo>
                  <a:cubicBezTo>
                    <a:pt x="1" y="3579"/>
                    <a:pt x="71" y="7978"/>
                    <a:pt x="3150" y="9658"/>
                  </a:cubicBezTo>
                  <a:cubicBezTo>
                    <a:pt x="3620" y="9918"/>
                    <a:pt x="3900" y="10398"/>
                    <a:pt x="3900" y="10927"/>
                  </a:cubicBezTo>
                  <a:lnTo>
                    <a:pt x="3900" y="11527"/>
                  </a:lnTo>
                  <a:lnTo>
                    <a:pt x="6739" y="11527"/>
                  </a:lnTo>
                  <a:lnTo>
                    <a:pt x="6739" y="10927"/>
                  </a:lnTo>
                  <a:cubicBezTo>
                    <a:pt x="6739" y="10398"/>
                    <a:pt x="7029" y="9908"/>
                    <a:pt x="7499" y="9658"/>
                  </a:cubicBezTo>
                  <a:cubicBezTo>
                    <a:pt x="8949" y="8868"/>
                    <a:pt x="9858" y="7348"/>
                    <a:pt x="9858" y="568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7" name="Google Shape;696;p45">
              <a:extLst>
                <a:ext uri="{FF2B5EF4-FFF2-40B4-BE49-F238E27FC236}">
                  <a16:creationId xmlns:a16="http://schemas.microsoft.com/office/drawing/2014/main" id="{BE055C46-A6A5-A1E7-E5D7-B1256BC305B6}"/>
                </a:ext>
              </a:extLst>
            </p:cNvPr>
            <p:cNvSpPr/>
            <p:nvPr/>
          </p:nvSpPr>
          <p:spPr>
            <a:xfrm>
              <a:off x="2701500" y="3778000"/>
              <a:ext cx="62525" cy="41250"/>
            </a:xfrm>
            <a:custGeom>
              <a:avLst/>
              <a:gdLst/>
              <a:ahLst/>
              <a:cxnLst/>
              <a:rect l="l" t="t" r="r" b="b"/>
              <a:pathLst>
                <a:path w="2501" h="1650" extrusionOk="0">
                  <a:moveTo>
                    <a:pt x="2500" y="0"/>
                  </a:moveTo>
                  <a:cubicBezTo>
                    <a:pt x="2500" y="910"/>
                    <a:pt x="1950" y="1650"/>
                    <a:pt x="1251" y="1650"/>
                  </a:cubicBezTo>
                  <a:cubicBezTo>
                    <a:pt x="561" y="1650"/>
                    <a:pt x="1" y="910"/>
                    <a:pt x="1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8" name="Google Shape;697;p45">
              <a:extLst>
                <a:ext uri="{FF2B5EF4-FFF2-40B4-BE49-F238E27FC236}">
                  <a16:creationId xmlns:a16="http://schemas.microsoft.com/office/drawing/2014/main" id="{AEC15D30-4446-C9AA-3E09-4A043279A6FE}"/>
                </a:ext>
              </a:extLst>
            </p:cNvPr>
            <p:cNvSpPr/>
            <p:nvPr/>
          </p:nvSpPr>
          <p:spPr>
            <a:xfrm>
              <a:off x="2632775" y="3528800"/>
              <a:ext cx="200225" cy="239475"/>
            </a:xfrm>
            <a:custGeom>
              <a:avLst/>
              <a:gdLst/>
              <a:ahLst/>
              <a:cxnLst/>
              <a:rect l="l" t="t" r="r" b="b"/>
              <a:pathLst>
                <a:path w="8009" h="9579" extrusionOk="0">
                  <a:moveTo>
                    <a:pt x="4499" y="5859"/>
                  </a:moveTo>
                  <a:cubicBezTo>
                    <a:pt x="4369" y="5959"/>
                    <a:pt x="4249" y="6069"/>
                    <a:pt x="4140" y="6199"/>
                  </a:cubicBezTo>
                  <a:cubicBezTo>
                    <a:pt x="4100" y="5509"/>
                    <a:pt x="4120" y="4819"/>
                    <a:pt x="4190" y="4140"/>
                  </a:cubicBezTo>
                  <a:cubicBezTo>
                    <a:pt x="6049" y="3080"/>
                    <a:pt x="4769" y="1020"/>
                    <a:pt x="4010" y="1"/>
                  </a:cubicBezTo>
                  <a:cubicBezTo>
                    <a:pt x="3250" y="1020"/>
                    <a:pt x="1970" y="3080"/>
                    <a:pt x="3830" y="4140"/>
                  </a:cubicBezTo>
                  <a:cubicBezTo>
                    <a:pt x="3890" y="4819"/>
                    <a:pt x="3910" y="5509"/>
                    <a:pt x="3880" y="6199"/>
                  </a:cubicBezTo>
                  <a:cubicBezTo>
                    <a:pt x="3760" y="6069"/>
                    <a:pt x="3640" y="5959"/>
                    <a:pt x="3510" y="5859"/>
                  </a:cubicBezTo>
                  <a:cubicBezTo>
                    <a:pt x="3510" y="4929"/>
                    <a:pt x="3060" y="3150"/>
                    <a:pt x="1" y="3610"/>
                  </a:cubicBezTo>
                  <a:cubicBezTo>
                    <a:pt x="1" y="3610"/>
                    <a:pt x="700" y="5229"/>
                    <a:pt x="1450" y="5709"/>
                  </a:cubicBezTo>
                  <a:cubicBezTo>
                    <a:pt x="2070" y="6109"/>
                    <a:pt x="3060" y="6039"/>
                    <a:pt x="3400" y="6009"/>
                  </a:cubicBezTo>
                  <a:cubicBezTo>
                    <a:pt x="3590" y="6209"/>
                    <a:pt x="3740" y="6449"/>
                    <a:pt x="3840" y="6709"/>
                  </a:cubicBezTo>
                  <a:cubicBezTo>
                    <a:pt x="3790" y="7249"/>
                    <a:pt x="3700" y="9078"/>
                    <a:pt x="3570" y="9578"/>
                  </a:cubicBezTo>
                  <a:lnTo>
                    <a:pt x="4439" y="9578"/>
                  </a:lnTo>
                  <a:cubicBezTo>
                    <a:pt x="4309" y="9078"/>
                    <a:pt x="4220" y="7249"/>
                    <a:pt x="4170" y="6709"/>
                  </a:cubicBezTo>
                  <a:cubicBezTo>
                    <a:pt x="4279" y="6449"/>
                    <a:pt x="4429" y="6209"/>
                    <a:pt x="4619" y="6009"/>
                  </a:cubicBezTo>
                  <a:cubicBezTo>
                    <a:pt x="4949" y="6039"/>
                    <a:pt x="5949" y="6109"/>
                    <a:pt x="6559" y="5709"/>
                  </a:cubicBezTo>
                  <a:cubicBezTo>
                    <a:pt x="7309" y="5229"/>
                    <a:pt x="8009" y="3610"/>
                    <a:pt x="8009" y="3610"/>
                  </a:cubicBezTo>
                  <a:cubicBezTo>
                    <a:pt x="4959" y="3150"/>
                    <a:pt x="4499" y="4929"/>
                    <a:pt x="4499" y="58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9" name="Google Shape;698;p45">
              <a:extLst>
                <a:ext uri="{FF2B5EF4-FFF2-40B4-BE49-F238E27FC236}">
                  <a16:creationId xmlns:a16="http://schemas.microsoft.com/office/drawing/2014/main" id="{B7588DE3-2D12-B010-1563-F17006A7F729}"/>
                </a:ext>
              </a:extLst>
            </p:cNvPr>
            <p:cNvSpPr/>
            <p:nvPr/>
          </p:nvSpPr>
          <p:spPr>
            <a:xfrm>
              <a:off x="2690250" y="3758250"/>
              <a:ext cx="85275" cy="19775"/>
            </a:xfrm>
            <a:custGeom>
              <a:avLst/>
              <a:gdLst/>
              <a:ahLst/>
              <a:cxnLst/>
              <a:rect l="l" t="t" r="r" b="b"/>
              <a:pathLst>
                <a:path w="3411" h="791" extrusionOk="0">
                  <a:moveTo>
                    <a:pt x="401" y="0"/>
                  </a:moveTo>
                  <a:cubicBezTo>
                    <a:pt x="181" y="0"/>
                    <a:pt x="1" y="180"/>
                    <a:pt x="1" y="390"/>
                  </a:cubicBezTo>
                  <a:cubicBezTo>
                    <a:pt x="1" y="610"/>
                    <a:pt x="181" y="790"/>
                    <a:pt x="401" y="790"/>
                  </a:cubicBezTo>
                  <a:lnTo>
                    <a:pt x="3020" y="790"/>
                  </a:lnTo>
                  <a:cubicBezTo>
                    <a:pt x="3230" y="790"/>
                    <a:pt x="3410" y="610"/>
                    <a:pt x="3410" y="390"/>
                  </a:cubicBezTo>
                  <a:cubicBezTo>
                    <a:pt x="3410" y="180"/>
                    <a:pt x="3230" y="0"/>
                    <a:pt x="30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" name="Google Shape;699;p45">
              <a:extLst>
                <a:ext uri="{FF2B5EF4-FFF2-40B4-BE49-F238E27FC236}">
                  <a16:creationId xmlns:a16="http://schemas.microsoft.com/office/drawing/2014/main" id="{95546B3E-3C92-6C6E-9328-71A299E8E1F9}"/>
                </a:ext>
              </a:extLst>
            </p:cNvPr>
            <p:cNvSpPr/>
            <p:nvPr/>
          </p:nvSpPr>
          <p:spPr>
            <a:xfrm>
              <a:off x="2468825" y="3640775"/>
              <a:ext cx="40500" cy="40275"/>
            </a:xfrm>
            <a:custGeom>
              <a:avLst/>
              <a:gdLst/>
              <a:ahLst/>
              <a:cxnLst/>
              <a:rect l="l" t="t" r="r" b="b"/>
              <a:pathLst>
                <a:path w="1620" h="1611" extrusionOk="0">
                  <a:moveTo>
                    <a:pt x="810" y="0"/>
                  </a:moveTo>
                  <a:cubicBezTo>
                    <a:pt x="370" y="0"/>
                    <a:pt x="0" y="360"/>
                    <a:pt x="0" y="810"/>
                  </a:cubicBezTo>
                  <a:cubicBezTo>
                    <a:pt x="0" y="1250"/>
                    <a:pt x="370" y="1610"/>
                    <a:pt x="810" y="1610"/>
                  </a:cubicBezTo>
                  <a:cubicBezTo>
                    <a:pt x="1260" y="1610"/>
                    <a:pt x="1620" y="1250"/>
                    <a:pt x="1620" y="810"/>
                  </a:cubicBezTo>
                  <a:cubicBezTo>
                    <a:pt x="1620" y="360"/>
                    <a:pt x="1260" y="0"/>
                    <a:pt x="8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1" name="Google Shape;700;p45">
              <a:extLst>
                <a:ext uri="{FF2B5EF4-FFF2-40B4-BE49-F238E27FC236}">
                  <a16:creationId xmlns:a16="http://schemas.microsoft.com/office/drawing/2014/main" id="{7A1F0247-77D9-D23F-78B2-EF080C585C19}"/>
                </a:ext>
              </a:extLst>
            </p:cNvPr>
            <p:cNvSpPr/>
            <p:nvPr/>
          </p:nvSpPr>
          <p:spPr>
            <a:xfrm>
              <a:off x="2949700" y="3640775"/>
              <a:ext cx="47250" cy="40325"/>
            </a:xfrm>
            <a:custGeom>
              <a:avLst/>
              <a:gdLst/>
              <a:ahLst/>
              <a:cxnLst/>
              <a:rect l="l" t="t" r="r" b="b"/>
              <a:pathLst>
                <a:path w="1890" h="1613" extrusionOk="0">
                  <a:moveTo>
                    <a:pt x="1080" y="0"/>
                  </a:moveTo>
                  <a:cubicBezTo>
                    <a:pt x="360" y="0"/>
                    <a:pt x="0" y="870"/>
                    <a:pt x="510" y="1380"/>
                  </a:cubicBezTo>
                  <a:cubicBezTo>
                    <a:pt x="674" y="1541"/>
                    <a:pt x="875" y="1613"/>
                    <a:pt x="1072" y="1613"/>
                  </a:cubicBezTo>
                  <a:cubicBezTo>
                    <a:pt x="1489" y="1613"/>
                    <a:pt x="1890" y="1292"/>
                    <a:pt x="1890" y="810"/>
                  </a:cubicBezTo>
                  <a:cubicBezTo>
                    <a:pt x="1890" y="360"/>
                    <a:pt x="1520" y="0"/>
                    <a:pt x="10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5828154" cy="8698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Why We Should Care?</a:t>
            </a:r>
            <a:endParaRPr dirty="0"/>
          </a:p>
        </p:txBody>
      </p:sp>
      <p:sp>
        <p:nvSpPr>
          <p:cNvPr id="615" name="Google Shape;615;p44"/>
          <p:cNvSpPr txBox="1">
            <a:spLocks noGrp="1"/>
          </p:cNvSpPr>
          <p:nvPr>
            <p:ph type="subTitle" idx="1"/>
          </p:nvPr>
        </p:nvSpPr>
        <p:spPr>
          <a:xfrm>
            <a:off x="754356" y="1538734"/>
            <a:ext cx="3675900" cy="22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We buy → use → throw → repeat.</a:t>
            </a:r>
          </a:p>
          <a:p>
            <a:r>
              <a:rPr lang="en-US" dirty="0"/>
              <a:t>Every T-shirt = 2,700 </a:t>
            </a:r>
            <a:r>
              <a:rPr lang="en-US" dirty="0" err="1"/>
              <a:t>litres</a:t>
            </a:r>
            <a:r>
              <a:rPr lang="en-US" dirty="0"/>
              <a:t> of water. </a:t>
            </a:r>
          </a:p>
          <a:p>
            <a:r>
              <a:rPr lang="en-US" dirty="0"/>
              <a:t>1/3 of all food is wasted while many go hungry.</a:t>
            </a:r>
          </a:p>
          <a:p>
            <a:r>
              <a:rPr lang="en-US" dirty="0"/>
              <a:t>The Earth’s “resources” reset day (Earth Overshoot Day) comes earlier each year.</a:t>
            </a:r>
          </a:p>
          <a:p>
            <a:r>
              <a:rPr lang="en-US" dirty="0"/>
              <a:t>🗣 </a:t>
            </a:r>
            <a:r>
              <a:rPr lang="en-US" i="1" dirty="0"/>
              <a:t>“We don’t inherit the Earth from our parents, we borrow it from our children.”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grpSp>
        <p:nvGrpSpPr>
          <p:cNvPr id="616" name="Google Shape;616;p44"/>
          <p:cNvGrpSpPr/>
          <p:nvPr/>
        </p:nvGrpSpPr>
        <p:grpSpPr>
          <a:xfrm>
            <a:off x="4754871" y="857868"/>
            <a:ext cx="3675884" cy="3427771"/>
            <a:chOff x="4754871" y="857868"/>
            <a:chExt cx="3675884" cy="3427771"/>
          </a:xfrm>
        </p:grpSpPr>
        <p:sp>
          <p:nvSpPr>
            <p:cNvPr id="617" name="Google Shape;617;p44"/>
            <p:cNvSpPr/>
            <p:nvPr/>
          </p:nvSpPr>
          <p:spPr>
            <a:xfrm>
              <a:off x="5503322" y="1946615"/>
              <a:ext cx="778990" cy="587035"/>
            </a:xfrm>
            <a:custGeom>
              <a:avLst/>
              <a:gdLst/>
              <a:ahLst/>
              <a:cxnLst/>
              <a:rect l="l" t="t" r="r" b="b"/>
              <a:pathLst>
                <a:path w="10458" h="7919" extrusionOk="0">
                  <a:moveTo>
                    <a:pt x="0" y="7918"/>
                  </a:moveTo>
                  <a:lnTo>
                    <a:pt x="4049" y="910"/>
                  </a:lnTo>
                  <a:cubicBezTo>
                    <a:pt x="4569" y="0"/>
                    <a:pt x="5889" y="0"/>
                    <a:pt x="6409" y="910"/>
                  </a:cubicBezTo>
                  <a:lnTo>
                    <a:pt x="10458" y="791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44"/>
            <p:cNvSpPr/>
            <p:nvPr/>
          </p:nvSpPr>
          <p:spPr>
            <a:xfrm>
              <a:off x="5571850" y="1946615"/>
              <a:ext cx="456534" cy="469169"/>
            </a:xfrm>
            <a:custGeom>
              <a:avLst/>
              <a:gdLst/>
              <a:ahLst/>
              <a:cxnLst/>
              <a:rect l="l" t="t" r="r" b="b"/>
              <a:pathLst>
                <a:path w="6129" h="6329" extrusionOk="0">
                  <a:moveTo>
                    <a:pt x="5489" y="910"/>
                  </a:moveTo>
                  <a:cubicBezTo>
                    <a:pt x="4969" y="0"/>
                    <a:pt x="3649" y="0"/>
                    <a:pt x="3129" y="910"/>
                  </a:cubicBezTo>
                  <a:lnTo>
                    <a:pt x="0" y="6329"/>
                  </a:lnTo>
                  <a:lnTo>
                    <a:pt x="6129" y="2010"/>
                  </a:ln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4"/>
            <p:cNvSpPr/>
            <p:nvPr/>
          </p:nvSpPr>
          <p:spPr>
            <a:xfrm>
              <a:off x="5503322" y="1946615"/>
              <a:ext cx="778990" cy="587035"/>
            </a:xfrm>
            <a:custGeom>
              <a:avLst/>
              <a:gdLst/>
              <a:ahLst/>
              <a:cxnLst/>
              <a:rect l="l" t="t" r="r" b="b"/>
              <a:pathLst>
                <a:path w="10458" h="7919" extrusionOk="0">
                  <a:moveTo>
                    <a:pt x="0" y="7918"/>
                  </a:moveTo>
                  <a:lnTo>
                    <a:pt x="4049" y="910"/>
                  </a:lnTo>
                  <a:cubicBezTo>
                    <a:pt x="4569" y="0"/>
                    <a:pt x="5889" y="0"/>
                    <a:pt x="6409" y="910"/>
                  </a:cubicBezTo>
                  <a:lnTo>
                    <a:pt x="10458" y="7918"/>
                  </a:lnTo>
                  <a:close/>
                </a:path>
              </a:pathLst>
            </a:custGeom>
            <a:solidFill>
              <a:srgbClr val="222222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4"/>
            <p:cNvSpPr/>
            <p:nvPr/>
          </p:nvSpPr>
          <p:spPr>
            <a:xfrm>
              <a:off x="5934455" y="1507098"/>
              <a:ext cx="1361408" cy="1026552"/>
            </a:xfrm>
            <a:custGeom>
              <a:avLst/>
              <a:gdLst/>
              <a:ahLst/>
              <a:cxnLst/>
              <a:rect l="l" t="t" r="r" b="b"/>
              <a:pathLst>
                <a:path w="18277" h="13848" extrusionOk="0">
                  <a:moveTo>
                    <a:pt x="1" y="13847"/>
                  </a:moveTo>
                  <a:lnTo>
                    <a:pt x="7069" y="1590"/>
                  </a:lnTo>
                  <a:cubicBezTo>
                    <a:pt x="7989" y="1"/>
                    <a:pt x="10288" y="1"/>
                    <a:pt x="11198" y="1590"/>
                  </a:cubicBezTo>
                  <a:lnTo>
                    <a:pt x="18276" y="1384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4"/>
            <p:cNvSpPr/>
            <p:nvPr/>
          </p:nvSpPr>
          <p:spPr>
            <a:xfrm>
              <a:off x="6053635" y="1507098"/>
              <a:ext cx="797612" cy="820545"/>
            </a:xfrm>
            <a:custGeom>
              <a:avLst/>
              <a:gdLst/>
              <a:ahLst/>
              <a:cxnLst/>
              <a:rect l="l" t="t" r="r" b="b"/>
              <a:pathLst>
                <a:path w="10708" h="11069" extrusionOk="0">
                  <a:moveTo>
                    <a:pt x="9598" y="1590"/>
                  </a:moveTo>
                  <a:cubicBezTo>
                    <a:pt x="8688" y="1"/>
                    <a:pt x="6389" y="1"/>
                    <a:pt x="5469" y="1590"/>
                  </a:cubicBezTo>
                  <a:lnTo>
                    <a:pt x="0" y="11068"/>
                  </a:lnTo>
                  <a:lnTo>
                    <a:pt x="10708" y="3510"/>
                  </a:ln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4"/>
            <p:cNvSpPr/>
            <p:nvPr/>
          </p:nvSpPr>
          <p:spPr>
            <a:xfrm>
              <a:off x="5934455" y="1507098"/>
              <a:ext cx="1361408" cy="1026552"/>
            </a:xfrm>
            <a:custGeom>
              <a:avLst/>
              <a:gdLst/>
              <a:ahLst/>
              <a:cxnLst/>
              <a:rect l="l" t="t" r="r" b="b"/>
              <a:pathLst>
                <a:path w="18277" h="13848" extrusionOk="0">
                  <a:moveTo>
                    <a:pt x="1" y="13847"/>
                  </a:moveTo>
                  <a:lnTo>
                    <a:pt x="7069" y="1590"/>
                  </a:lnTo>
                  <a:cubicBezTo>
                    <a:pt x="7989" y="1"/>
                    <a:pt x="10288" y="1"/>
                    <a:pt x="11198" y="1590"/>
                  </a:cubicBezTo>
                  <a:lnTo>
                    <a:pt x="18276" y="13847"/>
                  </a:lnTo>
                  <a:close/>
                </a:path>
              </a:pathLst>
            </a:custGeom>
            <a:solidFill>
              <a:srgbClr val="222222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4"/>
            <p:cNvSpPr/>
            <p:nvPr/>
          </p:nvSpPr>
          <p:spPr>
            <a:xfrm>
              <a:off x="5446711" y="2002954"/>
              <a:ext cx="316572" cy="441741"/>
            </a:xfrm>
            <a:custGeom>
              <a:avLst/>
              <a:gdLst/>
              <a:ahLst/>
              <a:cxnLst/>
              <a:rect l="l" t="t" r="r" b="b"/>
              <a:pathLst>
                <a:path w="4250" h="5959" extrusionOk="0">
                  <a:moveTo>
                    <a:pt x="4249" y="4019"/>
                  </a:moveTo>
                  <a:cubicBezTo>
                    <a:pt x="4249" y="4929"/>
                    <a:pt x="3300" y="5959"/>
                    <a:pt x="2130" y="5959"/>
                  </a:cubicBezTo>
                  <a:cubicBezTo>
                    <a:pt x="950" y="5959"/>
                    <a:pt x="0" y="4969"/>
                    <a:pt x="0" y="4019"/>
                  </a:cubicBezTo>
                  <a:cubicBezTo>
                    <a:pt x="0" y="2310"/>
                    <a:pt x="2130" y="0"/>
                    <a:pt x="2130" y="0"/>
                  </a:cubicBezTo>
                  <a:cubicBezTo>
                    <a:pt x="2130" y="0"/>
                    <a:pt x="4249" y="2310"/>
                    <a:pt x="4249" y="40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44"/>
            <p:cNvSpPr/>
            <p:nvPr/>
          </p:nvSpPr>
          <p:spPr>
            <a:xfrm>
              <a:off x="6398438" y="3658573"/>
              <a:ext cx="984576" cy="627066"/>
            </a:xfrm>
            <a:custGeom>
              <a:avLst/>
              <a:gdLst/>
              <a:ahLst/>
              <a:cxnLst/>
              <a:rect l="l" t="t" r="r" b="b"/>
              <a:pathLst>
                <a:path w="13218" h="8459" extrusionOk="0">
                  <a:moveTo>
                    <a:pt x="11827" y="3960"/>
                  </a:moveTo>
                  <a:cubicBezTo>
                    <a:pt x="11628" y="3960"/>
                    <a:pt x="11438" y="4000"/>
                    <a:pt x="11258" y="4090"/>
                  </a:cubicBezTo>
                  <a:cubicBezTo>
                    <a:pt x="10698" y="2840"/>
                    <a:pt x="8998" y="2650"/>
                    <a:pt x="8168" y="3750"/>
                  </a:cubicBezTo>
                  <a:cubicBezTo>
                    <a:pt x="7948" y="3480"/>
                    <a:pt x="7618" y="3330"/>
                    <a:pt x="7269" y="3330"/>
                  </a:cubicBezTo>
                  <a:lnTo>
                    <a:pt x="7189" y="3330"/>
                  </a:lnTo>
                  <a:cubicBezTo>
                    <a:pt x="7249" y="3210"/>
                    <a:pt x="7269" y="3070"/>
                    <a:pt x="7269" y="2940"/>
                  </a:cubicBezTo>
                  <a:cubicBezTo>
                    <a:pt x="7269" y="2080"/>
                    <a:pt x="6249" y="1630"/>
                    <a:pt x="5609" y="2200"/>
                  </a:cubicBezTo>
                  <a:cubicBezTo>
                    <a:pt x="5209" y="1630"/>
                    <a:pt x="4459" y="1440"/>
                    <a:pt x="3829" y="1720"/>
                  </a:cubicBezTo>
                  <a:cubicBezTo>
                    <a:pt x="3839" y="1650"/>
                    <a:pt x="3849" y="1580"/>
                    <a:pt x="3849" y="1510"/>
                  </a:cubicBezTo>
                  <a:cubicBezTo>
                    <a:pt x="3849" y="630"/>
                    <a:pt x="3010" y="1"/>
                    <a:pt x="2170" y="231"/>
                  </a:cubicBezTo>
                  <a:cubicBezTo>
                    <a:pt x="1320" y="470"/>
                    <a:pt x="930" y="1440"/>
                    <a:pt x="1390" y="2200"/>
                  </a:cubicBezTo>
                  <a:cubicBezTo>
                    <a:pt x="220" y="2720"/>
                    <a:pt x="0" y="4280"/>
                    <a:pt x="980" y="5099"/>
                  </a:cubicBezTo>
                  <a:cubicBezTo>
                    <a:pt x="920" y="5289"/>
                    <a:pt x="890" y="5489"/>
                    <a:pt x="890" y="5689"/>
                  </a:cubicBezTo>
                  <a:cubicBezTo>
                    <a:pt x="890" y="6619"/>
                    <a:pt x="1510" y="7449"/>
                    <a:pt x="2420" y="7699"/>
                  </a:cubicBezTo>
                  <a:cubicBezTo>
                    <a:pt x="3320" y="7949"/>
                    <a:pt x="4279" y="7559"/>
                    <a:pt x="4759" y="6759"/>
                  </a:cubicBezTo>
                  <a:cubicBezTo>
                    <a:pt x="4809" y="7599"/>
                    <a:pt x="5459" y="8279"/>
                    <a:pt x="6289" y="8369"/>
                  </a:cubicBezTo>
                  <a:cubicBezTo>
                    <a:pt x="7129" y="8459"/>
                    <a:pt x="7908" y="7929"/>
                    <a:pt x="8138" y="7119"/>
                  </a:cubicBezTo>
                  <a:cubicBezTo>
                    <a:pt x="8588" y="7219"/>
                    <a:pt x="9038" y="7019"/>
                    <a:pt x="9278" y="6629"/>
                  </a:cubicBezTo>
                  <a:cubicBezTo>
                    <a:pt x="9378" y="7169"/>
                    <a:pt x="9868" y="7539"/>
                    <a:pt x="10418" y="7489"/>
                  </a:cubicBezTo>
                  <a:cubicBezTo>
                    <a:pt x="10968" y="7449"/>
                    <a:pt x="11388" y="6999"/>
                    <a:pt x="11398" y="6449"/>
                  </a:cubicBezTo>
                  <a:cubicBezTo>
                    <a:pt x="12147" y="6709"/>
                    <a:pt x="12947" y="6229"/>
                    <a:pt x="13087" y="5449"/>
                  </a:cubicBezTo>
                  <a:cubicBezTo>
                    <a:pt x="13217" y="4669"/>
                    <a:pt x="12617" y="3960"/>
                    <a:pt x="11827" y="395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44"/>
            <p:cNvSpPr/>
            <p:nvPr/>
          </p:nvSpPr>
          <p:spPr>
            <a:xfrm>
              <a:off x="6777505" y="1738384"/>
              <a:ext cx="1056009" cy="795267"/>
            </a:xfrm>
            <a:custGeom>
              <a:avLst/>
              <a:gdLst/>
              <a:ahLst/>
              <a:cxnLst/>
              <a:rect l="l" t="t" r="r" b="b"/>
              <a:pathLst>
                <a:path w="14177" h="10728" extrusionOk="0">
                  <a:moveTo>
                    <a:pt x="0" y="10727"/>
                  </a:moveTo>
                  <a:lnTo>
                    <a:pt x="5489" y="1230"/>
                  </a:lnTo>
                  <a:cubicBezTo>
                    <a:pt x="6199" y="0"/>
                    <a:pt x="7978" y="0"/>
                    <a:pt x="8688" y="1230"/>
                  </a:cubicBezTo>
                  <a:lnTo>
                    <a:pt x="14177" y="1072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44"/>
            <p:cNvSpPr/>
            <p:nvPr/>
          </p:nvSpPr>
          <p:spPr>
            <a:xfrm>
              <a:off x="6870540" y="1738384"/>
              <a:ext cx="618172" cy="635146"/>
            </a:xfrm>
            <a:custGeom>
              <a:avLst/>
              <a:gdLst/>
              <a:ahLst/>
              <a:cxnLst/>
              <a:rect l="l" t="t" r="r" b="b"/>
              <a:pathLst>
                <a:path w="8299" h="8568" extrusionOk="0">
                  <a:moveTo>
                    <a:pt x="7439" y="1230"/>
                  </a:moveTo>
                  <a:cubicBezTo>
                    <a:pt x="6729" y="0"/>
                    <a:pt x="4950" y="0"/>
                    <a:pt x="4240" y="1230"/>
                  </a:cubicBezTo>
                  <a:lnTo>
                    <a:pt x="1" y="8568"/>
                  </a:lnTo>
                  <a:lnTo>
                    <a:pt x="8299" y="2719"/>
                  </a:ln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44"/>
            <p:cNvSpPr/>
            <p:nvPr/>
          </p:nvSpPr>
          <p:spPr>
            <a:xfrm>
              <a:off x="4754871" y="1883604"/>
              <a:ext cx="493107" cy="976885"/>
            </a:xfrm>
            <a:custGeom>
              <a:avLst/>
              <a:gdLst/>
              <a:ahLst/>
              <a:cxnLst/>
              <a:rect l="l" t="t" r="r" b="b"/>
              <a:pathLst>
                <a:path w="6620" h="13178" extrusionOk="0">
                  <a:moveTo>
                    <a:pt x="6599" y="5659"/>
                  </a:moveTo>
                  <a:lnTo>
                    <a:pt x="6619" y="1"/>
                  </a:lnTo>
                  <a:lnTo>
                    <a:pt x="1051" y="960"/>
                  </a:lnTo>
                  <a:lnTo>
                    <a:pt x="2510" y="2190"/>
                  </a:lnTo>
                  <a:cubicBezTo>
                    <a:pt x="1" y="5519"/>
                    <a:pt x="291" y="10188"/>
                    <a:pt x="3200" y="13177"/>
                  </a:cubicBezTo>
                  <a:cubicBezTo>
                    <a:pt x="2500" y="10108"/>
                    <a:pt x="3220" y="6899"/>
                    <a:pt x="5140" y="44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4"/>
            <p:cNvSpPr/>
            <p:nvPr/>
          </p:nvSpPr>
          <p:spPr>
            <a:xfrm>
              <a:off x="7937722" y="2297917"/>
              <a:ext cx="493033" cy="976070"/>
            </a:xfrm>
            <a:custGeom>
              <a:avLst/>
              <a:gdLst/>
              <a:ahLst/>
              <a:cxnLst/>
              <a:rect l="l" t="t" r="r" b="b"/>
              <a:pathLst>
                <a:path w="6619" h="13167" extrusionOk="0">
                  <a:moveTo>
                    <a:pt x="20" y="7518"/>
                  </a:moveTo>
                  <a:lnTo>
                    <a:pt x="0" y="13167"/>
                  </a:lnTo>
                  <a:lnTo>
                    <a:pt x="5569" y="12207"/>
                  </a:lnTo>
                  <a:lnTo>
                    <a:pt x="4109" y="10977"/>
                  </a:lnTo>
                  <a:cubicBezTo>
                    <a:pt x="6619" y="7648"/>
                    <a:pt x="6329" y="2989"/>
                    <a:pt x="3419" y="0"/>
                  </a:cubicBezTo>
                  <a:cubicBezTo>
                    <a:pt x="4109" y="3059"/>
                    <a:pt x="3399" y="6269"/>
                    <a:pt x="1480" y="8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4"/>
            <p:cNvSpPr/>
            <p:nvPr/>
          </p:nvSpPr>
          <p:spPr>
            <a:xfrm>
              <a:off x="5550994" y="2260111"/>
              <a:ext cx="108752" cy="352859"/>
            </a:xfrm>
            <a:custGeom>
              <a:avLst/>
              <a:gdLst/>
              <a:ahLst/>
              <a:cxnLst/>
              <a:rect l="l" t="t" r="r" b="b"/>
              <a:pathLst>
                <a:path w="1460" h="4760" extrusionOk="0">
                  <a:moveTo>
                    <a:pt x="400" y="0"/>
                  </a:moveTo>
                  <a:cubicBezTo>
                    <a:pt x="430" y="370"/>
                    <a:pt x="450" y="750"/>
                    <a:pt x="450" y="1150"/>
                  </a:cubicBezTo>
                  <a:cubicBezTo>
                    <a:pt x="460" y="2200"/>
                    <a:pt x="340" y="3239"/>
                    <a:pt x="70" y="4249"/>
                  </a:cubicBezTo>
                  <a:cubicBezTo>
                    <a:pt x="0" y="4499"/>
                    <a:pt x="180" y="4749"/>
                    <a:pt x="450" y="4759"/>
                  </a:cubicBezTo>
                  <a:lnTo>
                    <a:pt x="1010" y="4759"/>
                  </a:lnTo>
                  <a:cubicBezTo>
                    <a:pt x="1270" y="4749"/>
                    <a:pt x="1460" y="4499"/>
                    <a:pt x="1380" y="4249"/>
                  </a:cubicBezTo>
                  <a:cubicBezTo>
                    <a:pt x="1120" y="3239"/>
                    <a:pt x="990" y="2200"/>
                    <a:pt x="1010" y="1150"/>
                  </a:cubicBezTo>
                  <a:cubicBezTo>
                    <a:pt x="1010" y="760"/>
                    <a:pt x="1020" y="370"/>
                    <a:pt x="10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4"/>
            <p:cNvSpPr/>
            <p:nvPr/>
          </p:nvSpPr>
          <p:spPr>
            <a:xfrm>
              <a:off x="5481720" y="2223046"/>
              <a:ext cx="282308" cy="222390"/>
            </a:xfrm>
            <a:custGeom>
              <a:avLst/>
              <a:gdLst/>
              <a:ahLst/>
              <a:cxnLst/>
              <a:rect l="l" t="t" r="r" b="b"/>
              <a:pathLst>
                <a:path w="3790" h="3000" extrusionOk="0">
                  <a:moveTo>
                    <a:pt x="3570" y="0"/>
                  </a:moveTo>
                  <a:cubicBezTo>
                    <a:pt x="3570" y="70"/>
                    <a:pt x="3579" y="140"/>
                    <a:pt x="3579" y="210"/>
                  </a:cubicBezTo>
                  <a:cubicBezTo>
                    <a:pt x="3579" y="1270"/>
                    <a:pt x="2470" y="2480"/>
                    <a:pt x="1110" y="2480"/>
                  </a:cubicBezTo>
                  <a:cubicBezTo>
                    <a:pt x="720" y="2470"/>
                    <a:pt x="340" y="2380"/>
                    <a:pt x="0" y="2210"/>
                  </a:cubicBezTo>
                  <a:cubicBezTo>
                    <a:pt x="410" y="2700"/>
                    <a:pt x="1020" y="2990"/>
                    <a:pt x="1660" y="3000"/>
                  </a:cubicBezTo>
                  <a:cubicBezTo>
                    <a:pt x="2830" y="3000"/>
                    <a:pt x="3789" y="1970"/>
                    <a:pt x="3789" y="1060"/>
                  </a:cubicBezTo>
                  <a:cubicBezTo>
                    <a:pt x="3769" y="690"/>
                    <a:pt x="3699" y="340"/>
                    <a:pt x="3570" y="0"/>
                  </a:cubicBezTo>
                  <a:close/>
                </a:path>
              </a:pathLst>
            </a:custGeom>
            <a:solidFill>
              <a:srgbClr val="222222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4"/>
            <p:cNvSpPr/>
            <p:nvPr/>
          </p:nvSpPr>
          <p:spPr>
            <a:xfrm>
              <a:off x="7434261" y="2337947"/>
              <a:ext cx="84990" cy="275022"/>
            </a:xfrm>
            <a:custGeom>
              <a:avLst/>
              <a:gdLst/>
              <a:ahLst/>
              <a:cxnLst/>
              <a:rect l="l" t="t" r="r" b="b"/>
              <a:pathLst>
                <a:path w="1141" h="3710" extrusionOk="0">
                  <a:moveTo>
                    <a:pt x="321" y="0"/>
                  </a:moveTo>
                  <a:cubicBezTo>
                    <a:pt x="341" y="290"/>
                    <a:pt x="351" y="590"/>
                    <a:pt x="351" y="900"/>
                  </a:cubicBezTo>
                  <a:cubicBezTo>
                    <a:pt x="361" y="1710"/>
                    <a:pt x="261" y="2519"/>
                    <a:pt x="61" y="3309"/>
                  </a:cubicBezTo>
                  <a:cubicBezTo>
                    <a:pt x="1" y="3509"/>
                    <a:pt x="151" y="3709"/>
                    <a:pt x="351" y="3709"/>
                  </a:cubicBezTo>
                  <a:lnTo>
                    <a:pt x="791" y="3709"/>
                  </a:lnTo>
                  <a:cubicBezTo>
                    <a:pt x="991" y="3709"/>
                    <a:pt x="1141" y="3509"/>
                    <a:pt x="1081" y="3309"/>
                  </a:cubicBezTo>
                  <a:cubicBezTo>
                    <a:pt x="881" y="2519"/>
                    <a:pt x="781" y="1710"/>
                    <a:pt x="791" y="900"/>
                  </a:cubicBezTo>
                  <a:cubicBezTo>
                    <a:pt x="791" y="590"/>
                    <a:pt x="801" y="290"/>
                    <a:pt x="8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44"/>
            <p:cNvSpPr/>
            <p:nvPr/>
          </p:nvSpPr>
          <p:spPr>
            <a:xfrm>
              <a:off x="7353889" y="2137055"/>
              <a:ext cx="245809" cy="344704"/>
            </a:xfrm>
            <a:custGeom>
              <a:avLst/>
              <a:gdLst/>
              <a:ahLst/>
              <a:cxnLst/>
              <a:rect l="l" t="t" r="r" b="b"/>
              <a:pathLst>
                <a:path w="3300" h="4650" extrusionOk="0">
                  <a:moveTo>
                    <a:pt x="3299" y="3140"/>
                  </a:moveTo>
                  <a:cubicBezTo>
                    <a:pt x="3299" y="3850"/>
                    <a:pt x="2560" y="4650"/>
                    <a:pt x="1650" y="4650"/>
                  </a:cubicBezTo>
                  <a:cubicBezTo>
                    <a:pt x="740" y="4650"/>
                    <a:pt x="0" y="3880"/>
                    <a:pt x="0" y="3140"/>
                  </a:cubicBezTo>
                  <a:cubicBezTo>
                    <a:pt x="0" y="1810"/>
                    <a:pt x="1650" y="1"/>
                    <a:pt x="1650" y="1"/>
                  </a:cubicBezTo>
                  <a:cubicBezTo>
                    <a:pt x="1650" y="1"/>
                    <a:pt x="3299" y="1810"/>
                    <a:pt x="3299" y="31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44"/>
            <p:cNvSpPr/>
            <p:nvPr/>
          </p:nvSpPr>
          <p:spPr>
            <a:xfrm>
              <a:off x="7379960" y="2309037"/>
              <a:ext cx="219738" cy="172723"/>
            </a:xfrm>
            <a:custGeom>
              <a:avLst/>
              <a:gdLst/>
              <a:ahLst/>
              <a:cxnLst/>
              <a:rect l="l" t="t" r="r" b="b"/>
              <a:pathLst>
                <a:path w="2950" h="2330" extrusionOk="0">
                  <a:moveTo>
                    <a:pt x="2789" y="0"/>
                  </a:moveTo>
                  <a:cubicBezTo>
                    <a:pt x="2789" y="50"/>
                    <a:pt x="2789" y="110"/>
                    <a:pt x="2789" y="160"/>
                  </a:cubicBezTo>
                  <a:cubicBezTo>
                    <a:pt x="2789" y="990"/>
                    <a:pt x="1930" y="1930"/>
                    <a:pt x="870" y="1930"/>
                  </a:cubicBezTo>
                  <a:cubicBezTo>
                    <a:pt x="570" y="1920"/>
                    <a:pt x="270" y="1850"/>
                    <a:pt x="0" y="1720"/>
                  </a:cubicBezTo>
                  <a:cubicBezTo>
                    <a:pt x="320" y="2100"/>
                    <a:pt x="800" y="2330"/>
                    <a:pt x="1300" y="2330"/>
                  </a:cubicBezTo>
                  <a:cubicBezTo>
                    <a:pt x="2210" y="2330"/>
                    <a:pt x="2949" y="1530"/>
                    <a:pt x="2949" y="820"/>
                  </a:cubicBezTo>
                  <a:cubicBezTo>
                    <a:pt x="2949" y="540"/>
                    <a:pt x="2889" y="260"/>
                    <a:pt x="2789" y="0"/>
                  </a:cubicBezTo>
                  <a:close/>
                </a:path>
              </a:pathLst>
            </a:custGeom>
            <a:solidFill>
              <a:srgbClr val="222222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44"/>
            <p:cNvSpPr/>
            <p:nvPr/>
          </p:nvSpPr>
          <p:spPr>
            <a:xfrm>
              <a:off x="6642682" y="2149657"/>
              <a:ext cx="134152" cy="435143"/>
            </a:xfrm>
            <a:custGeom>
              <a:avLst/>
              <a:gdLst/>
              <a:ahLst/>
              <a:cxnLst/>
              <a:rect l="l" t="t" r="r" b="b"/>
              <a:pathLst>
                <a:path w="1801" h="5870" extrusionOk="0">
                  <a:moveTo>
                    <a:pt x="500" y="1"/>
                  </a:moveTo>
                  <a:cubicBezTo>
                    <a:pt x="530" y="461"/>
                    <a:pt x="550" y="930"/>
                    <a:pt x="550" y="1430"/>
                  </a:cubicBezTo>
                  <a:cubicBezTo>
                    <a:pt x="550" y="2900"/>
                    <a:pt x="380" y="4240"/>
                    <a:pt x="91" y="5249"/>
                  </a:cubicBezTo>
                  <a:cubicBezTo>
                    <a:pt x="1" y="5559"/>
                    <a:pt x="230" y="5869"/>
                    <a:pt x="560" y="5869"/>
                  </a:cubicBezTo>
                  <a:lnTo>
                    <a:pt x="1240" y="5869"/>
                  </a:lnTo>
                  <a:cubicBezTo>
                    <a:pt x="1570" y="5869"/>
                    <a:pt x="1800" y="5559"/>
                    <a:pt x="1710" y="5249"/>
                  </a:cubicBezTo>
                  <a:cubicBezTo>
                    <a:pt x="1420" y="4250"/>
                    <a:pt x="1240" y="2900"/>
                    <a:pt x="1240" y="1430"/>
                  </a:cubicBezTo>
                  <a:cubicBezTo>
                    <a:pt x="1240" y="930"/>
                    <a:pt x="1260" y="461"/>
                    <a:pt x="13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44"/>
            <p:cNvSpPr/>
            <p:nvPr/>
          </p:nvSpPr>
          <p:spPr>
            <a:xfrm>
              <a:off x="6448345" y="1941426"/>
              <a:ext cx="522828" cy="563314"/>
            </a:xfrm>
            <a:custGeom>
              <a:avLst/>
              <a:gdLst/>
              <a:ahLst/>
              <a:cxnLst/>
              <a:rect l="l" t="t" r="r" b="b"/>
              <a:pathLst>
                <a:path w="7019" h="7599" extrusionOk="0">
                  <a:moveTo>
                    <a:pt x="260" y="5629"/>
                  </a:moveTo>
                  <a:cubicBezTo>
                    <a:pt x="0" y="6079"/>
                    <a:pt x="190" y="6649"/>
                    <a:pt x="670" y="6849"/>
                  </a:cubicBezTo>
                  <a:cubicBezTo>
                    <a:pt x="2490" y="7598"/>
                    <a:pt x="4529" y="7598"/>
                    <a:pt x="6349" y="6849"/>
                  </a:cubicBezTo>
                  <a:cubicBezTo>
                    <a:pt x="6819" y="6649"/>
                    <a:pt x="7018" y="6079"/>
                    <a:pt x="6759" y="5629"/>
                  </a:cubicBezTo>
                  <a:lnTo>
                    <a:pt x="35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44"/>
            <p:cNvSpPr/>
            <p:nvPr/>
          </p:nvSpPr>
          <p:spPr>
            <a:xfrm>
              <a:off x="6541379" y="1941426"/>
              <a:ext cx="355305" cy="359531"/>
            </a:xfrm>
            <a:custGeom>
              <a:avLst/>
              <a:gdLst/>
              <a:ahLst/>
              <a:cxnLst/>
              <a:rect l="l" t="t" r="r" b="b"/>
              <a:pathLst>
                <a:path w="4770" h="4850" extrusionOk="0">
                  <a:moveTo>
                    <a:pt x="4770" y="4339"/>
                  </a:moveTo>
                  <a:lnTo>
                    <a:pt x="2270" y="0"/>
                  </a:lnTo>
                  <a:lnTo>
                    <a:pt x="1" y="3919"/>
                  </a:lnTo>
                  <a:cubicBezTo>
                    <a:pt x="71" y="4049"/>
                    <a:pt x="191" y="4159"/>
                    <a:pt x="341" y="4219"/>
                  </a:cubicBezTo>
                  <a:cubicBezTo>
                    <a:pt x="1750" y="4809"/>
                    <a:pt x="3320" y="4849"/>
                    <a:pt x="4760" y="4349"/>
                  </a:cubicBezTo>
                  <a:close/>
                </a:path>
              </a:pathLst>
            </a:custGeom>
            <a:solidFill>
              <a:srgbClr val="222222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44"/>
            <p:cNvSpPr/>
            <p:nvPr/>
          </p:nvSpPr>
          <p:spPr>
            <a:xfrm>
              <a:off x="6505700" y="1850987"/>
              <a:ext cx="408117" cy="439591"/>
            </a:xfrm>
            <a:custGeom>
              <a:avLst/>
              <a:gdLst/>
              <a:ahLst/>
              <a:cxnLst/>
              <a:rect l="l" t="t" r="r" b="b"/>
              <a:pathLst>
                <a:path w="5479" h="5930" extrusionOk="0">
                  <a:moveTo>
                    <a:pt x="200" y="4400"/>
                  </a:moveTo>
                  <a:cubicBezTo>
                    <a:pt x="0" y="4739"/>
                    <a:pt x="150" y="5189"/>
                    <a:pt x="520" y="5349"/>
                  </a:cubicBezTo>
                  <a:cubicBezTo>
                    <a:pt x="1940" y="5929"/>
                    <a:pt x="3539" y="5929"/>
                    <a:pt x="4949" y="5349"/>
                  </a:cubicBezTo>
                  <a:cubicBezTo>
                    <a:pt x="5329" y="5189"/>
                    <a:pt x="5479" y="4739"/>
                    <a:pt x="5269" y="4400"/>
                  </a:cubicBezTo>
                  <a:lnTo>
                    <a:pt x="27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44"/>
            <p:cNvSpPr/>
            <p:nvPr/>
          </p:nvSpPr>
          <p:spPr>
            <a:xfrm>
              <a:off x="6585327" y="1850987"/>
              <a:ext cx="265920" cy="271316"/>
            </a:xfrm>
            <a:custGeom>
              <a:avLst/>
              <a:gdLst/>
              <a:ahLst/>
              <a:cxnLst/>
              <a:rect l="l" t="t" r="r" b="b"/>
              <a:pathLst>
                <a:path w="3570" h="3660" extrusionOk="0">
                  <a:moveTo>
                    <a:pt x="3570" y="3300"/>
                  </a:moveTo>
                  <a:lnTo>
                    <a:pt x="1670" y="1"/>
                  </a:lnTo>
                  <a:lnTo>
                    <a:pt x="1" y="2900"/>
                  </a:lnTo>
                  <a:cubicBezTo>
                    <a:pt x="61" y="3030"/>
                    <a:pt x="161" y="3130"/>
                    <a:pt x="291" y="3180"/>
                  </a:cubicBezTo>
                  <a:cubicBezTo>
                    <a:pt x="1330" y="3620"/>
                    <a:pt x="2500" y="3660"/>
                    <a:pt x="3570" y="3300"/>
                  </a:cubicBezTo>
                  <a:close/>
                </a:path>
              </a:pathLst>
            </a:custGeom>
            <a:solidFill>
              <a:srgbClr val="222222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44"/>
            <p:cNvSpPr/>
            <p:nvPr/>
          </p:nvSpPr>
          <p:spPr>
            <a:xfrm>
              <a:off x="6555532" y="1778340"/>
              <a:ext cx="308378" cy="332102"/>
            </a:xfrm>
            <a:custGeom>
              <a:avLst/>
              <a:gdLst/>
              <a:ahLst/>
              <a:cxnLst/>
              <a:rect l="l" t="t" r="r" b="b"/>
              <a:pathLst>
                <a:path w="4140" h="4480" extrusionOk="0">
                  <a:moveTo>
                    <a:pt x="161" y="3320"/>
                  </a:moveTo>
                  <a:cubicBezTo>
                    <a:pt x="1" y="3580"/>
                    <a:pt x="111" y="3920"/>
                    <a:pt x="401" y="4030"/>
                  </a:cubicBezTo>
                  <a:cubicBezTo>
                    <a:pt x="1470" y="4480"/>
                    <a:pt x="2670" y="4480"/>
                    <a:pt x="3740" y="4030"/>
                  </a:cubicBezTo>
                  <a:cubicBezTo>
                    <a:pt x="4020" y="3920"/>
                    <a:pt x="4140" y="3580"/>
                    <a:pt x="3980" y="3320"/>
                  </a:cubicBezTo>
                  <a:lnTo>
                    <a:pt x="20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44"/>
            <p:cNvSpPr/>
            <p:nvPr/>
          </p:nvSpPr>
          <p:spPr>
            <a:xfrm>
              <a:off x="6232331" y="2295693"/>
              <a:ext cx="83500" cy="270574"/>
            </a:xfrm>
            <a:custGeom>
              <a:avLst/>
              <a:gdLst/>
              <a:ahLst/>
              <a:cxnLst/>
              <a:rect l="l" t="t" r="r" b="b"/>
              <a:pathLst>
                <a:path w="1121" h="3650" extrusionOk="0">
                  <a:moveTo>
                    <a:pt x="311" y="0"/>
                  </a:moveTo>
                  <a:cubicBezTo>
                    <a:pt x="331" y="280"/>
                    <a:pt x="341" y="580"/>
                    <a:pt x="341" y="890"/>
                  </a:cubicBezTo>
                  <a:cubicBezTo>
                    <a:pt x="351" y="1690"/>
                    <a:pt x="261" y="2490"/>
                    <a:pt x="51" y="3259"/>
                  </a:cubicBezTo>
                  <a:cubicBezTo>
                    <a:pt x="1" y="3459"/>
                    <a:pt x="141" y="3649"/>
                    <a:pt x="341" y="3649"/>
                  </a:cubicBezTo>
                  <a:lnTo>
                    <a:pt x="771" y="3649"/>
                  </a:lnTo>
                  <a:cubicBezTo>
                    <a:pt x="971" y="3649"/>
                    <a:pt x="1121" y="3459"/>
                    <a:pt x="1061" y="3259"/>
                  </a:cubicBezTo>
                  <a:cubicBezTo>
                    <a:pt x="861" y="2490"/>
                    <a:pt x="761" y="1690"/>
                    <a:pt x="771" y="890"/>
                  </a:cubicBezTo>
                  <a:cubicBezTo>
                    <a:pt x="771" y="580"/>
                    <a:pt x="781" y="280"/>
                    <a:pt x="8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44"/>
            <p:cNvSpPr/>
            <p:nvPr/>
          </p:nvSpPr>
          <p:spPr>
            <a:xfrm>
              <a:off x="6110991" y="2165966"/>
              <a:ext cx="324765" cy="350635"/>
            </a:xfrm>
            <a:custGeom>
              <a:avLst/>
              <a:gdLst/>
              <a:ahLst/>
              <a:cxnLst/>
              <a:rect l="l" t="t" r="r" b="b"/>
              <a:pathLst>
                <a:path w="4360" h="4730" extrusionOk="0">
                  <a:moveTo>
                    <a:pt x="160" y="3500"/>
                  </a:moveTo>
                  <a:cubicBezTo>
                    <a:pt x="0" y="3780"/>
                    <a:pt x="120" y="4140"/>
                    <a:pt x="410" y="4260"/>
                  </a:cubicBezTo>
                  <a:cubicBezTo>
                    <a:pt x="1540" y="4729"/>
                    <a:pt x="2810" y="4729"/>
                    <a:pt x="3949" y="4260"/>
                  </a:cubicBezTo>
                  <a:cubicBezTo>
                    <a:pt x="4239" y="4140"/>
                    <a:pt x="4359" y="3780"/>
                    <a:pt x="4199" y="3500"/>
                  </a:cubicBezTo>
                  <a:lnTo>
                    <a:pt x="21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44"/>
            <p:cNvSpPr/>
            <p:nvPr/>
          </p:nvSpPr>
          <p:spPr>
            <a:xfrm>
              <a:off x="6169091" y="2165966"/>
              <a:ext cx="220483" cy="223873"/>
            </a:xfrm>
            <a:custGeom>
              <a:avLst/>
              <a:gdLst/>
              <a:ahLst/>
              <a:cxnLst/>
              <a:rect l="l" t="t" r="r" b="b"/>
              <a:pathLst>
                <a:path w="2960" h="3020" extrusionOk="0">
                  <a:moveTo>
                    <a:pt x="2959" y="2700"/>
                  </a:moveTo>
                  <a:lnTo>
                    <a:pt x="1400" y="1"/>
                  </a:lnTo>
                  <a:lnTo>
                    <a:pt x="0" y="2440"/>
                  </a:lnTo>
                  <a:cubicBezTo>
                    <a:pt x="40" y="2520"/>
                    <a:pt x="120" y="2590"/>
                    <a:pt x="210" y="2630"/>
                  </a:cubicBezTo>
                  <a:cubicBezTo>
                    <a:pt x="1090" y="2990"/>
                    <a:pt x="2070" y="3020"/>
                    <a:pt x="2959" y="2700"/>
                  </a:cubicBezTo>
                  <a:close/>
                </a:path>
              </a:pathLst>
            </a:custGeom>
            <a:solidFill>
              <a:srgbClr val="222222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44"/>
            <p:cNvSpPr/>
            <p:nvPr/>
          </p:nvSpPr>
          <p:spPr>
            <a:xfrm>
              <a:off x="6146745" y="2110368"/>
              <a:ext cx="253257" cy="272798"/>
            </a:xfrm>
            <a:custGeom>
              <a:avLst/>
              <a:gdLst/>
              <a:ahLst/>
              <a:cxnLst/>
              <a:rect l="l" t="t" r="r" b="b"/>
              <a:pathLst>
                <a:path w="3400" h="3680" extrusionOk="0">
                  <a:moveTo>
                    <a:pt x="130" y="2730"/>
                  </a:moveTo>
                  <a:cubicBezTo>
                    <a:pt x="0" y="2940"/>
                    <a:pt x="100" y="3220"/>
                    <a:pt x="330" y="3320"/>
                  </a:cubicBezTo>
                  <a:cubicBezTo>
                    <a:pt x="1210" y="3680"/>
                    <a:pt x="2200" y="3680"/>
                    <a:pt x="3079" y="3320"/>
                  </a:cubicBezTo>
                  <a:cubicBezTo>
                    <a:pt x="3309" y="3220"/>
                    <a:pt x="3399" y="2940"/>
                    <a:pt x="3279" y="2730"/>
                  </a:cubicBezTo>
                  <a:lnTo>
                    <a:pt x="17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44"/>
            <p:cNvSpPr/>
            <p:nvPr/>
          </p:nvSpPr>
          <p:spPr>
            <a:xfrm>
              <a:off x="6861601" y="1207687"/>
              <a:ext cx="1148448" cy="326172"/>
            </a:xfrm>
            <a:custGeom>
              <a:avLst/>
              <a:gdLst/>
              <a:ahLst/>
              <a:cxnLst/>
              <a:rect l="l" t="t" r="r" b="b"/>
              <a:pathLst>
                <a:path w="15418" h="4400" extrusionOk="0">
                  <a:moveTo>
                    <a:pt x="12838" y="3130"/>
                  </a:moveTo>
                  <a:cubicBezTo>
                    <a:pt x="12838" y="3130"/>
                    <a:pt x="13278" y="2180"/>
                    <a:pt x="12498" y="1510"/>
                  </a:cubicBezTo>
                  <a:cubicBezTo>
                    <a:pt x="11538" y="691"/>
                    <a:pt x="10298" y="1540"/>
                    <a:pt x="10298" y="1540"/>
                  </a:cubicBezTo>
                  <a:cubicBezTo>
                    <a:pt x="10298" y="1540"/>
                    <a:pt x="9638" y="1"/>
                    <a:pt x="7899" y="1"/>
                  </a:cubicBezTo>
                  <a:cubicBezTo>
                    <a:pt x="5869" y="1"/>
                    <a:pt x="5370" y="2030"/>
                    <a:pt x="5370" y="2030"/>
                  </a:cubicBezTo>
                  <a:cubicBezTo>
                    <a:pt x="3560" y="1320"/>
                    <a:pt x="3180" y="3130"/>
                    <a:pt x="3180" y="3130"/>
                  </a:cubicBezTo>
                  <a:cubicBezTo>
                    <a:pt x="2140" y="2690"/>
                    <a:pt x="1" y="4390"/>
                    <a:pt x="2850" y="4390"/>
                  </a:cubicBezTo>
                  <a:lnTo>
                    <a:pt x="13717" y="4390"/>
                  </a:lnTo>
                  <a:cubicBezTo>
                    <a:pt x="15417" y="4400"/>
                    <a:pt x="14317" y="2910"/>
                    <a:pt x="12838" y="313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4"/>
            <p:cNvSpPr/>
            <p:nvPr/>
          </p:nvSpPr>
          <p:spPr>
            <a:xfrm>
              <a:off x="5662650" y="1584935"/>
              <a:ext cx="837165" cy="237957"/>
            </a:xfrm>
            <a:custGeom>
              <a:avLst/>
              <a:gdLst/>
              <a:ahLst/>
              <a:cxnLst/>
              <a:rect l="l" t="t" r="r" b="b"/>
              <a:pathLst>
                <a:path w="11239" h="3210" extrusionOk="0">
                  <a:moveTo>
                    <a:pt x="9358" y="2290"/>
                  </a:moveTo>
                  <a:cubicBezTo>
                    <a:pt x="9358" y="2290"/>
                    <a:pt x="9678" y="1590"/>
                    <a:pt x="9109" y="1110"/>
                  </a:cubicBezTo>
                  <a:cubicBezTo>
                    <a:pt x="8409" y="520"/>
                    <a:pt x="7499" y="1130"/>
                    <a:pt x="7499" y="1130"/>
                  </a:cubicBezTo>
                  <a:cubicBezTo>
                    <a:pt x="7499" y="1130"/>
                    <a:pt x="7019" y="1"/>
                    <a:pt x="5749" y="1"/>
                  </a:cubicBezTo>
                  <a:cubicBezTo>
                    <a:pt x="4280" y="11"/>
                    <a:pt x="3920" y="1490"/>
                    <a:pt x="3920" y="1490"/>
                  </a:cubicBezTo>
                  <a:cubicBezTo>
                    <a:pt x="2600" y="970"/>
                    <a:pt x="2320" y="2290"/>
                    <a:pt x="2320" y="2290"/>
                  </a:cubicBezTo>
                  <a:cubicBezTo>
                    <a:pt x="1560" y="1960"/>
                    <a:pt x="1" y="3210"/>
                    <a:pt x="2080" y="3210"/>
                  </a:cubicBezTo>
                  <a:lnTo>
                    <a:pt x="9998" y="3210"/>
                  </a:lnTo>
                  <a:cubicBezTo>
                    <a:pt x="11238" y="3210"/>
                    <a:pt x="10438" y="2130"/>
                    <a:pt x="9358" y="229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4"/>
            <p:cNvSpPr/>
            <p:nvPr/>
          </p:nvSpPr>
          <p:spPr>
            <a:xfrm>
              <a:off x="5990321" y="857868"/>
              <a:ext cx="583908" cy="580364"/>
            </a:xfrm>
            <a:custGeom>
              <a:avLst/>
              <a:gdLst/>
              <a:ahLst/>
              <a:cxnLst/>
              <a:rect l="l" t="t" r="r" b="b"/>
              <a:pathLst>
                <a:path w="7839" h="7829" extrusionOk="0">
                  <a:moveTo>
                    <a:pt x="4750" y="451"/>
                  </a:moveTo>
                  <a:cubicBezTo>
                    <a:pt x="6659" y="911"/>
                    <a:pt x="7839" y="2830"/>
                    <a:pt x="7379" y="4740"/>
                  </a:cubicBezTo>
                  <a:cubicBezTo>
                    <a:pt x="6919" y="6649"/>
                    <a:pt x="4999" y="7829"/>
                    <a:pt x="3090" y="7369"/>
                  </a:cubicBezTo>
                  <a:cubicBezTo>
                    <a:pt x="1180" y="6909"/>
                    <a:pt x="1" y="5000"/>
                    <a:pt x="461" y="3090"/>
                  </a:cubicBezTo>
                  <a:cubicBezTo>
                    <a:pt x="920" y="1181"/>
                    <a:pt x="2840" y="1"/>
                    <a:pt x="4750" y="45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4"/>
            <p:cNvSpPr/>
            <p:nvPr/>
          </p:nvSpPr>
          <p:spPr>
            <a:xfrm>
              <a:off x="5128724" y="2526905"/>
              <a:ext cx="2927433" cy="103856"/>
            </a:xfrm>
            <a:custGeom>
              <a:avLst/>
              <a:gdLst/>
              <a:ahLst/>
              <a:cxnLst/>
              <a:rect l="l" t="t" r="r" b="b"/>
              <a:pathLst>
                <a:path w="39301" h="1401" extrusionOk="0">
                  <a:moveTo>
                    <a:pt x="700" y="0"/>
                  </a:moveTo>
                  <a:cubicBezTo>
                    <a:pt x="320" y="0"/>
                    <a:pt x="1" y="320"/>
                    <a:pt x="1" y="700"/>
                  </a:cubicBezTo>
                  <a:cubicBezTo>
                    <a:pt x="1" y="1090"/>
                    <a:pt x="320" y="1400"/>
                    <a:pt x="700" y="1400"/>
                  </a:cubicBezTo>
                  <a:lnTo>
                    <a:pt x="38601" y="1400"/>
                  </a:lnTo>
                  <a:cubicBezTo>
                    <a:pt x="38991" y="1400"/>
                    <a:pt x="39301" y="1090"/>
                    <a:pt x="39301" y="700"/>
                  </a:cubicBezTo>
                  <a:cubicBezTo>
                    <a:pt x="39301" y="320"/>
                    <a:pt x="38991" y="0"/>
                    <a:pt x="386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44"/>
            <p:cNvSpPr/>
            <p:nvPr/>
          </p:nvSpPr>
          <p:spPr>
            <a:xfrm>
              <a:off x="6267340" y="2772942"/>
              <a:ext cx="633069" cy="876810"/>
            </a:xfrm>
            <a:custGeom>
              <a:avLst/>
              <a:gdLst/>
              <a:ahLst/>
              <a:cxnLst/>
              <a:rect l="l" t="t" r="r" b="b"/>
              <a:pathLst>
                <a:path w="8499" h="11828" extrusionOk="0">
                  <a:moveTo>
                    <a:pt x="1" y="1"/>
                  </a:moveTo>
                  <a:lnTo>
                    <a:pt x="1500" y="11828"/>
                  </a:lnTo>
                  <a:lnTo>
                    <a:pt x="6999" y="11828"/>
                  </a:lnTo>
                  <a:lnTo>
                    <a:pt x="84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44"/>
            <p:cNvSpPr/>
            <p:nvPr/>
          </p:nvSpPr>
          <p:spPr>
            <a:xfrm>
              <a:off x="7448414" y="2613637"/>
              <a:ext cx="242904" cy="845675"/>
            </a:xfrm>
            <a:custGeom>
              <a:avLst/>
              <a:gdLst/>
              <a:ahLst/>
              <a:cxnLst/>
              <a:rect l="l" t="t" r="r" b="b"/>
              <a:pathLst>
                <a:path w="3261" h="11408" extrusionOk="0">
                  <a:moveTo>
                    <a:pt x="2890" y="1490"/>
                  </a:moveTo>
                  <a:lnTo>
                    <a:pt x="2890" y="2389"/>
                  </a:lnTo>
                  <a:lnTo>
                    <a:pt x="381" y="2389"/>
                  </a:lnTo>
                  <a:lnTo>
                    <a:pt x="381" y="1490"/>
                  </a:lnTo>
                  <a:close/>
                  <a:moveTo>
                    <a:pt x="2890" y="2759"/>
                  </a:moveTo>
                  <a:lnTo>
                    <a:pt x="2890" y="3659"/>
                  </a:lnTo>
                  <a:lnTo>
                    <a:pt x="381" y="3659"/>
                  </a:lnTo>
                  <a:lnTo>
                    <a:pt x="381" y="2759"/>
                  </a:lnTo>
                  <a:close/>
                  <a:moveTo>
                    <a:pt x="2890" y="4039"/>
                  </a:moveTo>
                  <a:lnTo>
                    <a:pt x="2890" y="4939"/>
                  </a:lnTo>
                  <a:lnTo>
                    <a:pt x="381" y="4939"/>
                  </a:lnTo>
                  <a:lnTo>
                    <a:pt x="381" y="4039"/>
                  </a:lnTo>
                  <a:close/>
                  <a:moveTo>
                    <a:pt x="2890" y="5309"/>
                  </a:moveTo>
                  <a:lnTo>
                    <a:pt x="2890" y="6209"/>
                  </a:lnTo>
                  <a:lnTo>
                    <a:pt x="381" y="6209"/>
                  </a:lnTo>
                  <a:lnTo>
                    <a:pt x="381" y="5309"/>
                  </a:lnTo>
                  <a:close/>
                  <a:moveTo>
                    <a:pt x="2890" y="6588"/>
                  </a:moveTo>
                  <a:lnTo>
                    <a:pt x="2890" y="7488"/>
                  </a:lnTo>
                  <a:lnTo>
                    <a:pt x="381" y="7488"/>
                  </a:lnTo>
                  <a:lnTo>
                    <a:pt x="381" y="6588"/>
                  </a:lnTo>
                  <a:close/>
                  <a:moveTo>
                    <a:pt x="2890" y="7858"/>
                  </a:moveTo>
                  <a:lnTo>
                    <a:pt x="2890" y="8768"/>
                  </a:lnTo>
                  <a:lnTo>
                    <a:pt x="381" y="8768"/>
                  </a:lnTo>
                  <a:lnTo>
                    <a:pt x="381" y="7858"/>
                  </a:lnTo>
                  <a:close/>
                  <a:moveTo>
                    <a:pt x="2890" y="9138"/>
                  </a:moveTo>
                  <a:lnTo>
                    <a:pt x="2890" y="9778"/>
                  </a:lnTo>
                  <a:cubicBezTo>
                    <a:pt x="2880" y="10467"/>
                    <a:pt x="2320" y="11027"/>
                    <a:pt x="1631" y="11027"/>
                  </a:cubicBezTo>
                  <a:cubicBezTo>
                    <a:pt x="941" y="11027"/>
                    <a:pt x="381" y="10467"/>
                    <a:pt x="381" y="9778"/>
                  </a:cubicBezTo>
                  <a:lnTo>
                    <a:pt x="381" y="9138"/>
                  </a:lnTo>
                  <a:close/>
                  <a:moveTo>
                    <a:pt x="1" y="0"/>
                  </a:moveTo>
                  <a:lnTo>
                    <a:pt x="1" y="9768"/>
                  </a:lnTo>
                  <a:cubicBezTo>
                    <a:pt x="1" y="10677"/>
                    <a:pt x="731" y="11407"/>
                    <a:pt x="1631" y="11407"/>
                  </a:cubicBezTo>
                  <a:cubicBezTo>
                    <a:pt x="2530" y="11407"/>
                    <a:pt x="3260" y="10677"/>
                    <a:pt x="3260" y="9768"/>
                  </a:cubicBezTo>
                  <a:lnTo>
                    <a:pt x="3260" y="0"/>
                  </a:lnTo>
                  <a:lnTo>
                    <a:pt x="2890" y="0"/>
                  </a:lnTo>
                  <a:lnTo>
                    <a:pt x="2890" y="1110"/>
                  </a:lnTo>
                  <a:lnTo>
                    <a:pt x="381" y="111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44"/>
            <p:cNvSpPr/>
            <p:nvPr/>
          </p:nvSpPr>
          <p:spPr>
            <a:xfrm>
              <a:off x="6139296" y="2613637"/>
              <a:ext cx="1403791" cy="715948"/>
            </a:xfrm>
            <a:custGeom>
              <a:avLst/>
              <a:gdLst/>
              <a:ahLst/>
              <a:cxnLst/>
              <a:rect l="l" t="t" r="r" b="b"/>
              <a:pathLst>
                <a:path w="18846" h="9658" extrusionOk="0">
                  <a:moveTo>
                    <a:pt x="4889" y="6219"/>
                  </a:moveTo>
                  <a:lnTo>
                    <a:pt x="4889" y="9658"/>
                  </a:lnTo>
                  <a:lnTo>
                    <a:pt x="18846" y="9658"/>
                  </a:lnTo>
                  <a:lnTo>
                    <a:pt x="18846" y="6219"/>
                  </a:lnTo>
                  <a:lnTo>
                    <a:pt x="18846" y="0"/>
                  </a:lnTo>
                  <a:lnTo>
                    <a:pt x="4889" y="0"/>
                  </a:lnTo>
                  <a:lnTo>
                    <a:pt x="0" y="0"/>
                  </a:lnTo>
                  <a:lnTo>
                    <a:pt x="0" y="62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44"/>
            <p:cNvSpPr/>
            <p:nvPr/>
          </p:nvSpPr>
          <p:spPr>
            <a:xfrm>
              <a:off x="6556277" y="3213200"/>
              <a:ext cx="933924" cy="34100"/>
            </a:xfrm>
            <a:custGeom>
              <a:avLst/>
              <a:gdLst/>
              <a:ahLst/>
              <a:cxnLst/>
              <a:rect l="l" t="t" r="r" b="b"/>
              <a:pathLst>
                <a:path w="12538" h="460" extrusionOk="0">
                  <a:moveTo>
                    <a:pt x="1" y="0"/>
                  </a:moveTo>
                  <a:lnTo>
                    <a:pt x="1" y="460"/>
                  </a:lnTo>
                  <a:lnTo>
                    <a:pt x="12538" y="460"/>
                  </a:lnTo>
                  <a:lnTo>
                    <a:pt x="1253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44"/>
            <p:cNvSpPr/>
            <p:nvPr/>
          </p:nvSpPr>
          <p:spPr>
            <a:xfrm>
              <a:off x="6556277" y="3127209"/>
              <a:ext cx="933924" cy="34174"/>
            </a:xfrm>
            <a:custGeom>
              <a:avLst/>
              <a:gdLst/>
              <a:ahLst/>
              <a:cxnLst/>
              <a:rect l="l" t="t" r="r" b="b"/>
              <a:pathLst>
                <a:path w="12538" h="461" extrusionOk="0">
                  <a:moveTo>
                    <a:pt x="1" y="0"/>
                  </a:moveTo>
                  <a:lnTo>
                    <a:pt x="1" y="460"/>
                  </a:lnTo>
                  <a:lnTo>
                    <a:pt x="12538" y="460"/>
                  </a:lnTo>
                  <a:lnTo>
                    <a:pt x="1253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44"/>
            <p:cNvSpPr/>
            <p:nvPr/>
          </p:nvSpPr>
          <p:spPr>
            <a:xfrm>
              <a:off x="6139296" y="2613637"/>
              <a:ext cx="1403791" cy="715948"/>
            </a:xfrm>
            <a:custGeom>
              <a:avLst/>
              <a:gdLst/>
              <a:ahLst/>
              <a:cxnLst/>
              <a:rect l="l" t="t" r="r" b="b"/>
              <a:pathLst>
                <a:path w="18846" h="9658" extrusionOk="0">
                  <a:moveTo>
                    <a:pt x="4889" y="6219"/>
                  </a:moveTo>
                  <a:lnTo>
                    <a:pt x="4889" y="9658"/>
                  </a:lnTo>
                  <a:lnTo>
                    <a:pt x="18846" y="9658"/>
                  </a:lnTo>
                  <a:lnTo>
                    <a:pt x="18846" y="6219"/>
                  </a:lnTo>
                  <a:lnTo>
                    <a:pt x="18846" y="0"/>
                  </a:lnTo>
                  <a:lnTo>
                    <a:pt x="4889" y="0"/>
                  </a:lnTo>
                  <a:lnTo>
                    <a:pt x="0" y="0"/>
                  </a:lnTo>
                  <a:lnTo>
                    <a:pt x="0" y="6219"/>
                  </a:lnTo>
                  <a:close/>
                </a:path>
              </a:pathLst>
            </a:custGeom>
            <a:solidFill>
              <a:srgbClr val="222222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4"/>
            <p:cNvSpPr/>
            <p:nvPr/>
          </p:nvSpPr>
          <p:spPr>
            <a:xfrm>
              <a:off x="6556277" y="3040477"/>
              <a:ext cx="933924" cy="34174"/>
            </a:xfrm>
            <a:custGeom>
              <a:avLst/>
              <a:gdLst/>
              <a:ahLst/>
              <a:cxnLst/>
              <a:rect l="l" t="t" r="r" b="b"/>
              <a:pathLst>
                <a:path w="12538" h="461" extrusionOk="0">
                  <a:moveTo>
                    <a:pt x="1" y="1"/>
                  </a:moveTo>
                  <a:lnTo>
                    <a:pt x="1" y="461"/>
                  </a:lnTo>
                  <a:lnTo>
                    <a:pt x="12538" y="461"/>
                  </a:lnTo>
                  <a:lnTo>
                    <a:pt x="125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4"/>
            <p:cNvSpPr/>
            <p:nvPr/>
          </p:nvSpPr>
          <p:spPr>
            <a:xfrm>
              <a:off x="6188458" y="2954486"/>
              <a:ext cx="1301744" cy="34174"/>
            </a:xfrm>
            <a:custGeom>
              <a:avLst/>
              <a:gdLst/>
              <a:ahLst/>
              <a:cxnLst/>
              <a:rect l="l" t="t" r="r" b="b"/>
              <a:pathLst>
                <a:path w="17476" h="461" extrusionOk="0">
                  <a:moveTo>
                    <a:pt x="0" y="1"/>
                  </a:moveTo>
                  <a:lnTo>
                    <a:pt x="0" y="461"/>
                  </a:lnTo>
                  <a:lnTo>
                    <a:pt x="17476" y="461"/>
                  </a:lnTo>
                  <a:lnTo>
                    <a:pt x="1747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4"/>
            <p:cNvSpPr/>
            <p:nvPr/>
          </p:nvSpPr>
          <p:spPr>
            <a:xfrm>
              <a:off x="6188458" y="2867828"/>
              <a:ext cx="1301744" cy="34174"/>
            </a:xfrm>
            <a:custGeom>
              <a:avLst/>
              <a:gdLst/>
              <a:ahLst/>
              <a:cxnLst/>
              <a:rect l="l" t="t" r="r" b="b"/>
              <a:pathLst>
                <a:path w="17476" h="461" extrusionOk="0">
                  <a:moveTo>
                    <a:pt x="0" y="0"/>
                  </a:moveTo>
                  <a:lnTo>
                    <a:pt x="0" y="460"/>
                  </a:lnTo>
                  <a:lnTo>
                    <a:pt x="17476" y="460"/>
                  </a:lnTo>
                  <a:lnTo>
                    <a:pt x="1747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4"/>
            <p:cNvSpPr/>
            <p:nvPr/>
          </p:nvSpPr>
          <p:spPr>
            <a:xfrm>
              <a:off x="6344807" y="3377695"/>
              <a:ext cx="478880" cy="140180"/>
            </a:xfrm>
            <a:custGeom>
              <a:avLst/>
              <a:gdLst/>
              <a:ahLst/>
              <a:cxnLst/>
              <a:rect l="l" t="t" r="r" b="b"/>
              <a:pathLst>
                <a:path w="6429" h="1891" extrusionOk="0">
                  <a:moveTo>
                    <a:pt x="6429" y="1"/>
                  </a:moveTo>
                  <a:lnTo>
                    <a:pt x="1" y="1"/>
                  </a:lnTo>
                  <a:lnTo>
                    <a:pt x="240" y="1890"/>
                  </a:lnTo>
                  <a:lnTo>
                    <a:pt x="6189" y="189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4"/>
            <p:cNvSpPr/>
            <p:nvPr/>
          </p:nvSpPr>
          <p:spPr>
            <a:xfrm>
              <a:off x="6008943" y="2613637"/>
              <a:ext cx="118510" cy="1181410"/>
            </a:xfrm>
            <a:custGeom>
              <a:avLst/>
              <a:gdLst/>
              <a:ahLst/>
              <a:cxnLst/>
              <a:rect l="l" t="t" r="r" b="b"/>
              <a:pathLst>
                <a:path w="1591" h="15937" extrusionOk="0">
                  <a:moveTo>
                    <a:pt x="1" y="0"/>
                  </a:moveTo>
                  <a:lnTo>
                    <a:pt x="1" y="15936"/>
                  </a:lnTo>
                  <a:lnTo>
                    <a:pt x="1590" y="15936"/>
                  </a:lnTo>
                  <a:lnTo>
                    <a:pt x="15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4"/>
            <p:cNvSpPr/>
            <p:nvPr/>
          </p:nvSpPr>
          <p:spPr>
            <a:xfrm>
              <a:off x="5985107" y="2613637"/>
              <a:ext cx="166182" cy="655902"/>
            </a:xfrm>
            <a:custGeom>
              <a:avLst/>
              <a:gdLst/>
              <a:ahLst/>
              <a:cxnLst/>
              <a:rect l="l" t="t" r="r" b="b"/>
              <a:pathLst>
                <a:path w="2231" h="8848" extrusionOk="0">
                  <a:moveTo>
                    <a:pt x="2230" y="8848"/>
                  </a:moveTo>
                  <a:lnTo>
                    <a:pt x="1" y="8848"/>
                  </a:lnTo>
                  <a:lnTo>
                    <a:pt x="1" y="0"/>
                  </a:lnTo>
                  <a:lnTo>
                    <a:pt x="22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4"/>
            <p:cNvSpPr/>
            <p:nvPr/>
          </p:nvSpPr>
          <p:spPr>
            <a:xfrm>
              <a:off x="5843655" y="2613637"/>
              <a:ext cx="385771" cy="416536"/>
            </a:xfrm>
            <a:custGeom>
              <a:avLst/>
              <a:gdLst/>
              <a:ahLst/>
              <a:cxnLst/>
              <a:rect l="l" t="t" r="r" b="b"/>
              <a:pathLst>
                <a:path w="5179" h="5619" extrusionOk="0">
                  <a:moveTo>
                    <a:pt x="0" y="4139"/>
                  </a:moveTo>
                  <a:lnTo>
                    <a:pt x="5179" y="5619"/>
                  </a:lnTo>
                  <a:lnTo>
                    <a:pt x="51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4"/>
            <p:cNvSpPr/>
            <p:nvPr/>
          </p:nvSpPr>
          <p:spPr>
            <a:xfrm>
              <a:off x="6096093" y="2705484"/>
              <a:ext cx="51471" cy="151299"/>
            </a:xfrm>
            <a:custGeom>
              <a:avLst/>
              <a:gdLst/>
              <a:ahLst/>
              <a:cxnLst/>
              <a:rect l="l" t="t" r="r" b="b"/>
              <a:pathLst>
                <a:path w="691" h="2041" extrusionOk="0">
                  <a:moveTo>
                    <a:pt x="0" y="1"/>
                  </a:moveTo>
                  <a:lnTo>
                    <a:pt x="0" y="2040"/>
                  </a:lnTo>
                  <a:lnTo>
                    <a:pt x="690" y="2040"/>
                  </a:lnTo>
                  <a:lnTo>
                    <a:pt x="6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44"/>
            <p:cNvSpPr/>
            <p:nvPr/>
          </p:nvSpPr>
          <p:spPr>
            <a:xfrm>
              <a:off x="6011177" y="2705484"/>
              <a:ext cx="51471" cy="151299"/>
            </a:xfrm>
            <a:custGeom>
              <a:avLst/>
              <a:gdLst/>
              <a:ahLst/>
              <a:cxnLst/>
              <a:rect l="l" t="t" r="r" b="b"/>
              <a:pathLst>
                <a:path w="691" h="2041" extrusionOk="0">
                  <a:moveTo>
                    <a:pt x="1" y="1"/>
                  </a:moveTo>
                  <a:lnTo>
                    <a:pt x="1" y="2040"/>
                  </a:lnTo>
                  <a:lnTo>
                    <a:pt x="690" y="2040"/>
                  </a:lnTo>
                  <a:lnTo>
                    <a:pt x="6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44"/>
            <p:cNvSpPr/>
            <p:nvPr/>
          </p:nvSpPr>
          <p:spPr>
            <a:xfrm>
              <a:off x="5926262" y="2705484"/>
              <a:ext cx="51471" cy="151299"/>
            </a:xfrm>
            <a:custGeom>
              <a:avLst/>
              <a:gdLst/>
              <a:ahLst/>
              <a:cxnLst/>
              <a:rect l="l" t="t" r="r" b="b"/>
              <a:pathLst>
                <a:path w="691" h="2041" extrusionOk="0">
                  <a:moveTo>
                    <a:pt x="1" y="1"/>
                  </a:moveTo>
                  <a:lnTo>
                    <a:pt x="1" y="2040"/>
                  </a:lnTo>
                  <a:lnTo>
                    <a:pt x="691" y="2040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44"/>
            <p:cNvSpPr/>
            <p:nvPr/>
          </p:nvSpPr>
          <p:spPr>
            <a:xfrm>
              <a:off x="6008943" y="3751977"/>
              <a:ext cx="118510" cy="43070"/>
            </a:xfrm>
            <a:custGeom>
              <a:avLst/>
              <a:gdLst/>
              <a:ahLst/>
              <a:cxnLst/>
              <a:rect l="l" t="t" r="r" b="b"/>
              <a:pathLst>
                <a:path w="1591" h="581" extrusionOk="0">
                  <a:moveTo>
                    <a:pt x="1590" y="580"/>
                  </a:moveTo>
                  <a:lnTo>
                    <a:pt x="1" y="580"/>
                  </a:lnTo>
                  <a:lnTo>
                    <a:pt x="1" y="0"/>
                  </a:lnTo>
                  <a:lnTo>
                    <a:pt x="15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44"/>
            <p:cNvSpPr/>
            <p:nvPr/>
          </p:nvSpPr>
          <p:spPr>
            <a:xfrm>
              <a:off x="6008943" y="3653384"/>
              <a:ext cx="118510" cy="43811"/>
            </a:xfrm>
            <a:custGeom>
              <a:avLst/>
              <a:gdLst/>
              <a:ahLst/>
              <a:cxnLst/>
              <a:rect l="l" t="t" r="r" b="b"/>
              <a:pathLst>
                <a:path w="1591" h="591" extrusionOk="0">
                  <a:moveTo>
                    <a:pt x="1590" y="590"/>
                  </a:moveTo>
                  <a:lnTo>
                    <a:pt x="1" y="590"/>
                  </a:lnTo>
                  <a:lnTo>
                    <a:pt x="1" y="1"/>
                  </a:lnTo>
                  <a:lnTo>
                    <a:pt x="15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44"/>
            <p:cNvSpPr/>
            <p:nvPr/>
          </p:nvSpPr>
          <p:spPr>
            <a:xfrm>
              <a:off x="5673079" y="2613637"/>
              <a:ext cx="118510" cy="1181410"/>
            </a:xfrm>
            <a:custGeom>
              <a:avLst/>
              <a:gdLst/>
              <a:ahLst/>
              <a:cxnLst/>
              <a:rect l="l" t="t" r="r" b="b"/>
              <a:pathLst>
                <a:path w="1591" h="15937" extrusionOk="0">
                  <a:moveTo>
                    <a:pt x="1" y="0"/>
                  </a:moveTo>
                  <a:lnTo>
                    <a:pt x="1" y="15936"/>
                  </a:lnTo>
                  <a:lnTo>
                    <a:pt x="1590" y="15936"/>
                  </a:lnTo>
                  <a:lnTo>
                    <a:pt x="15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44"/>
            <p:cNvSpPr/>
            <p:nvPr/>
          </p:nvSpPr>
          <p:spPr>
            <a:xfrm>
              <a:off x="5649243" y="2613637"/>
              <a:ext cx="166182" cy="655902"/>
            </a:xfrm>
            <a:custGeom>
              <a:avLst/>
              <a:gdLst/>
              <a:ahLst/>
              <a:cxnLst/>
              <a:rect l="l" t="t" r="r" b="b"/>
              <a:pathLst>
                <a:path w="2231" h="8848" extrusionOk="0">
                  <a:moveTo>
                    <a:pt x="2230" y="8848"/>
                  </a:moveTo>
                  <a:lnTo>
                    <a:pt x="1" y="8848"/>
                  </a:lnTo>
                  <a:lnTo>
                    <a:pt x="1" y="0"/>
                  </a:lnTo>
                  <a:lnTo>
                    <a:pt x="22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44"/>
            <p:cNvSpPr/>
            <p:nvPr/>
          </p:nvSpPr>
          <p:spPr>
            <a:xfrm>
              <a:off x="5649243" y="2613637"/>
              <a:ext cx="166182" cy="655902"/>
            </a:xfrm>
            <a:custGeom>
              <a:avLst/>
              <a:gdLst/>
              <a:ahLst/>
              <a:cxnLst/>
              <a:rect l="l" t="t" r="r" b="b"/>
              <a:pathLst>
                <a:path w="2231" h="8848" extrusionOk="0">
                  <a:moveTo>
                    <a:pt x="2230" y="8848"/>
                  </a:moveTo>
                  <a:lnTo>
                    <a:pt x="1" y="8848"/>
                  </a:lnTo>
                  <a:lnTo>
                    <a:pt x="1" y="0"/>
                  </a:lnTo>
                  <a:lnTo>
                    <a:pt x="2230" y="0"/>
                  </a:ln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44"/>
            <p:cNvSpPr/>
            <p:nvPr/>
          </p:nvSpPr>
          <p:spPr>
            <a:xfrm>
              <a:off x="5507791" y="2613637"/>
              <a:ext cx="385845" cy="416536"/>
            </a:xfrm>
            <a:custGeom>
              <a:avLst/>
              <a:gdLst/>
              <a:ahLst/>
              <a:cxnLst/>
              <a:rect l="l" t="t" r="r" b="b"/>
              <a:pathLst>
                <a:path w="5180" h="5619" extrusionOk="0">
                  <a:moveTo>
                    <a:pt x="0" y="4139"/>
                  </a:moveTo>
                  <a:lnTo>
                    <a:pt x="5179" y="5619"/>
                  </a:lnTo>
                  <a:lnTo>
                    <a:pt x="51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44"/>
            <p:cNvSpPr/>
            <p:nvPr/>
          </p:nvSpPr>
          <p:spPr>
            <a:xfrm>
              <a:off x="5760229" y="2705484"/>
              <a:ext cx="51471" cy="151299"/>
            </a:xfrm>
            <a:custGeom>
              <a:avLst/>
              <a:gdLst/>
              <a:ahLst/>
              <a:cxnLst/>
              <a:rect l="l" t="t" r="r" b="b"/>
              <a:pathLst>
                <a:path w="691" h="2041" extrusionOk="0">
                  <a:moveTo>
                    <a:pt x="0" y="1"/>
                  </a:moveTo>
                  <a:lnTo>
                    <a:pt x="0" y="2040"/>
                  </a:lnTo>
                  <a:lnTo>
                    <a:pt x="690" y="2040"/>
                  </a:lnTo>
                  <a:lnTo>
                    <a:pt x="6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44"/>
            <p:cNvSpPr/>
            <p:nvPr/>
          </p:nvSpPr>
          <p:spPr>
            <a:xfrm>
              <a:off x="5674568" y="2705484"/>
              <a:ext cx="51471" cy="151299"/>
            </a:xfrm>
            <a:custGeom>
              <a:avLst/>
              <a:gdLst/>
              <a:ahLst/>
              <a:cxnLst/>
              <a:rect l="l" t="t" r="r" b="b"/>
              <a:pathLst>
                <a:path w="691" h="2041" extrusionOk="0">
                  <a:moveTo>
                    <a:pt x="1" y="1"/>
                  </a:moveTo>
                  <a:lnTo>
                    <a:pt x="1" y="2040"/>
                  </a:lnTo>
                  <a:lnTo>
                    <a:pt x="691" y="2040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44"/>
            <p:cNvSpPr/>
            <p:nvPr/>
          </p:nvSpPr>
          <p:spPr>
            <a:xfrm>
              <a:off x="5589727" y="2705484"/>
              <a:ext cx="51396" cy="151299"/>
            </a:xfrm>
            <a:custGeom>
              <a:avLst/>
              <a:gdLst/>
              <a:ahLst/>
              <a:cxnLst/>
              <a:rect l="l" t="t" r="r" b="b"/>
              <a:pathLst>
                <a:path w="690" h="2041" extrusionOk="0">
                  <a:moveTo>
                    <a:pt x="0" y="1"/>
                  </a:moveTo>
                  <a:lnTo>
                    <a:pt x="0" y="2040"/>
                  </a:lnTo>
                  <a:lnTo>
                    <a:pt x="690" y="2040"/>
                  </a:lnTo>
                  <a:lnTo>
                    <a:pt x="6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44"/>
            <p:cNvSpPr/>
            <p:nvPr/>
          </p:nvSpPr>
          <p:spPr>
            <a:xfrm>
              <a:off x="5673079" y="3751977"/>
              <a:ext cx="118510" cy="43070"/>
            </a:xfrm>
            <a:custGeom>
              <a:avLst/>
              <a:gdLst/>
              <a:ahLst/>
              <a:cxnLst/>
              <a:rect l="l" t="t" r="r" b="b"/>
              <a:pathLst>
                <a:path w="1591" h="581" extrusionOk="0">
                  <a:moveTo>
                    <a:pt x="1590" y="580"/>
                  </a:moveTo>
                  <a:lnTo>
                    <a:pt x="1" y="580"/>
                  </a:lnTo>
                  <a:lnTo>
                    <a:pt x="1" y="0"/>
                  </a:lnTo>
                  <a:lnTo>
                    <a:pt x="15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44"/>
            <p:cNvSpPr/>
            <p:nvPr/>
          </p:nvSpPr>
          <p:spPr>
            <a:xfrm>
              <a:off x="5673079" y="3653384"/>
              <a:ext cx="118510" cy="43811"/>
            </a:xfrm>
            <a:custGeom>
              <a:avLst/>
              <a:gdLst/>
              <a:ahLst/>
              <a:cxnLst/>
              <a:rect l="l" t="t" r="r" b="b"/>
              <a:pathLst>
                <a:path w="1591" h="591" extrusionOk="0">
                  <a:moveTo>
                    <a:pt x="1590" y="590"/>
                  </a:moveTo>
                  <a:lnTo>
                    <a:pt x="1" y="590"/>
                  </a:lnTo>
                  <a:lnTo>
                    <a:pt x="1" y="1"/>
                  </a:lnTo>
                  <a:lnTo>
                    <a:pt x="15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44"/>
            <p:cNvSpPr/>
            <p:nvPr/>
          </p:nvSpPr>
          <p:spPr>
            <a:xfrm>
              <a:off x="6822868" y="2613637"/>
              <a:ext cx="416385" cy="207564"/>
            </a:xfrm>
            <a:custGeom>
              <a:avLst/>
              <a:gdLst/>
              <a:ahLst/>
              <a:cxnLst/>
              <a:rect l="l" t="t" r="r" b="b"/>
              <a:pathLst>
                <a:path w="5590" h="2800" extrusionOk="0">
                  <a:moveTo>
                    <a:pt x="1" y="0"/>
                  </a:moveTo>
                  <a:cubicBezTo>
                    <a:pt x="1" y="1550"/>
                    <a:pt x="1251" y="2799"/>
                    <a:pt x="2800" y="2799"/>
                  </a:cubicBezTo>
                  <a:cubicBezTo>
                    <a:pt x="4340" y="2789"/>
                    <a:pt x="5590" y="1540"/>
                    <a:pt x="5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44"/>
            <p:cNvSpPr/>
            <p:nvPr/>
          </p:nvSpPr>
          <p:spPr>
            <a:xfrm>
              <a:off x="6348531" y="2613637"/>
              <a:ext cx="416385" cy="207564"/>
            </a:xfrm>
            <a:custGeom>
              <a:avLst/>
              <a:gdLst/>
              <a:ahLst/>
              <a:cxnLst/>
              <a:rect l="l" t="t" r="r" b="b"/>
              <a:pathLst>
                <a:path w="5590" h="2800" extrusionOk="0">
                  <a:moveTo>
                    <a:pt x="1" y="0"/>
                  </a:moveTo>
                  <a:cubicBezTo>
                    <a:pt x="1" y="1540"/>
                    <a:pt x="1250" y="2789"/>
                    <a:pt x="2790" y="2799"/>
                  </a:cubicBezTo>
                  <a:cubicBezTo>
                    <a:pt x="4329" y="2799"/>
                    <a:pt x="5589" y="1550"/>
                    <a:pt x="55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4"/>
            <p:cNvSpPr/>
            <p:nvPr/>
          </p:nvSpPr>
          <p:spPr>
            <a:xfrm>
              <a:off x="5507791" y="2613637"/>
              <a:ext cx="385845" cy="416536"/>
            </a:xfrm>
            <a:custGeom>
              <a:avLst/>
              <a:gdLst/>
              <a:ahLst/>
              <a:cxnLst/>
              <a:rect l="l" t="t" r="r" b="b"/>
              <a:pathLst>
                <a:path w="5180" h="5619" extrusionOk="0">
                  <a:moveTo>
                    <a:pt x="0" y="4139"/>
                  </a:moveTo>
                  <a:lnTo>
                    <a:pt x="5179" y="5619"/>
                  </a:lnTo>
                  <a:lnTo>
                    <a:pt x="51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Goal of SDG 12</a:t>
            </a:r>
            <a:endParaRPr dirty="0"/>
          </a:p>
        </p:txBody>
      </p:sp>
      <p:sp>
        <p:nvSpPr>
          <p:cNvPr id="683" name="Google Shape;683;p45"/>
          <p:cNvSpPr txBox="1">
            <a:spLocks noGrp="1"/>
          </p:cNvSpPr>
          <p:nvPr>
            <p:ph type="subTitle" idx="1"/>
          </p:nvPr>
        </p:nvSpPr>
        <p:spPr>
          <a:xfrm>
            <a:off x="4351843" y="2693549"/>
            <a:ext cx="4078882" cy="12878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Targets:</a:t>
            </a:r>
            <a:endParaRPr lang="en-US" dirty="0"/>
          </a:p>
          <a:p>
            <a:r>
              <a:rPr lang="en-US" dirty="0"/>
              <a:t>Reduce waste (especially food &amp; plastic)</a:t>
            </a:r>
          </a:p>
          <a:p>
            <a:r>
              <a:rPr lang="en-US" dirty="0"/>
              <a:t>Encourage recycling &amp; responsible industry</a:t>
            </a:r>
          </a:p>
          <a:p>
            <a:r>
              <a:rPr lang="en-US" dirty="0"/>
              <a:t>Make consumers aware (that’s us!)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84" name="Google Shape;684;p45"/>
          <p:cNvSpPr txBox="1">
            <a:spLocks noGrp="1"/>
          </p:cNvSpPr>
          <p:nvPr>
            <p:ph type="subTitle" idx="2"/>
          </p:nvPr>
        </p:nvSpPr>
        <p:spPr>
          <a:xfrm>
            <a:off x="-25870" y="2742041"/>
            <a:ext cx="3954178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UN Goal 12:</a:t>
            </a:r>
            <a:r>
              <a:rPr lang="en-US" dirty="0"/>
              <a:t> </a:t>
            </a:r>
            <a:r>
              <a:rPr lang="en-US" i="1" dirty="0"/>
              <a:t>Ensure sustainable consumption and production patterns.</a:t>
            </a:r>
            <a:endParaRPr lang="en-US" dirty="0"/>
          </a:p>
          <a:p>
            <a:r>
              <a:rPr lang="en-US" b="1" dirty="0"/>
              <a:t>In short:</a:t>
            </a:r>
            <a:br>
              <a:rPr lang="en-US" dirty="0"/>
            </a:br>
            <a:r>
              <a:rPr lang="en-US" dirty="0"/>
              <a:t>🛒 </a:t>
            </a:r>
            <a:r>
              <a:rPr lang="en-US" i="1" dirty="0"/>
              <a:t>Consume less, waste less, and produce better.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87" name="Google Shape;687;p45"/>
          <p:cNvSpPr/>
          <p:nvPr/>
        </p:nvSpPr>
        <p:spPr>
          <a:xfrm>
            <a:off x="6006458" y="1749425"/>
            <a:ext cx="594369" cy="544837"/>
          </a:xfrm>
          <a:custGeom>
            <a:avLst/>
            <a:gdLst/>
            <a:ahLst/>
            <a:cxnLst/>
            <a:rect l="l" t="t" r="r" b="b"/>
            <a:pathLst>
              <a:path w="11910" h="10957" extrusionOk="0">
                <a:moveTo>
                  <a:pt x="7325" y="654"/>
                </a:moveTo>
                <a:cubicBezTo>
                  <a:pt x="7412" y="654"/>
                  <a:pt x="7498" y="686"/>
                  <a:pt x="7561" y="749"/>
                </a:cubicBezTo>
                <a:lnTo>
                  <a:pt x="10995" y="4088"/>
                </a:lnTo>
                <a:cubicBezTo>
                  <a:pt x="11122" y="4246"/>
                  <a:pt x="11122" y="4466"/>
                  <a:pt x="10995" y="4592"/>
                </a:cubicBezTo>
                <a:lnTo>
                  <a:pt x="10082" y="5506"/>
                </a:lnTo>
                <a:lnTo>
                  <a:pt x="7404" y="2859"/>
                </a:lnTo>
                <a:cubicBezTo>
                  <a:pt x="7215" y="2670"/>
                  <a:pt x="6955" y="2576"/>
                  <a:pt x="6691" y="2576"/>
                </a:cubicBezTo>
                <a:cubicBezTo>
                  <a:pt x="6427" y="2576"/>
                  <a:pt x="6159" y="2670"/>
                  <a:pt x="5955" y="2859"/>
                </a:cubicBezTo>
                <a:lnTo>
                  <a:pt x="4978" y="3805"/>
                </a:lnTo>
                <a:cubicBezTo>
                  <a:pt x="4915" y="3868"/>
                  <a:pt x="4828" y="3899"/>
                  <a:pt x="4742" y="3899"/>
                </a:cubicBezTo>
                <a:cubicBezTo>
                  <a:pt x="4655" y="3899"/>
                  <a:pt x="4568" y="3868"/>
                  <a:pt x="4505" y="3805"/>
                </a:cubicBezTo>
                <a:cubicBezTo>
                  <a:pt x="4379" y="3679"/>
                  <a:pt x="4379" y="3458"/>
                  <a:pt x="4505" y="3332"/>
                </a:cubicBezTo>
                <a:lnTo>
                  <a:pt x="5955" y="1883"/>
                </a:lnTo>
                <a:lnTo>
                  <a:pt x="7089" y="749"/>
                </a:lnTo>
                <a:cubicBezTo>
                  <a:pt x="7152" y="686"/>
                  <a:pt x="7239" y="654"/>
                  <a:pt x="7325" y="654"/>
                </a:cubicBezTo>
                <a:close/>
                <a:moveTo>
                  <a:pt x="2808" y="5183"/>
                </a:moveTo>
                <a:cubicBezTo>
                  <a:pt x="2899" y="5183"/>
                  <a:pt x="2993" y="5207"/>
                  <a:pt x="3056" y="5254"/>
                </a:cubicBezTo>
                <a:cubicBezTo>
                  <a:pt x="3151" y="5380"/>
                  <a:pt x="3151" y="5632"/>
                  <a:pt x="3056" y="5726"/>
                </a:cubicBezTo>
                <a:lnTo>
                  <a:pt x="2048" y="6735"/>
                </a:lnTo>
                <a:cubicBezTo>
                  <a:pt x="2001" y="6782"/>
                  <a:pt x="1914" y="6805"/>
                  <a:pt x="1824" y="6805"/>
                </a:cubicBezTo>
                <a:cubicBezTo>
                  <a:pt x="1733" y="6805"/>
                  <a:pt x="1639" y="6782"/>
                  <a:pt x="1576" y="6735"/>
                </a:cubicBezTo>
                <a:cubicBezTo>
                  <a:pt x="1449" y="6609"/>
                  <a:pt x="1449" y="6357"/>
                  <a:pt x="1576" y="6262"/>
                </a:cubicBezTo>
                <a:lnTo>
                  <a:pt x="2584" y="5254"/>
                </a:lnTo>
                <a:cubicBezTo>
                  <a:pt x="2631" y="5207"/>
                  <a:pt x="2718" y="5183"/>
                  <a:pt x="2808" y="5183"/>
                </a:cubicBezTo>
                <a:close/>
                <a:moveTo>
                  <a:pt x="3785" y="6167"/>
                </a:moveTo>
                <a:cubicBezTo>
                  <a:pt x="3875" y="6167"/>
                  <a:pt x="3970" y="6199"/>
                  <a:pt x="4033" y="6262"/>
                </a:cubicBezTo>
                <a:cubicBezTo>
                  <a:pt x="4159" y="6357"/>
                  <a:pt x="4159" y="6609"/>
                  <a:pt x="4033" y="6735"/>
                </a:cubicBezTo>
                <a:lnTo>
                  <a:pt x="3056" y="7711"/>
                </a:lnTo>
                <a:cubicBezTo>
                  <a:pt x="2993" y="7774"/>
                  <a:pt x="2899" y="7806"/>
                  <a:pt x="2808" y="7806"/>
                </a:cubicBezTo>
                <a:cubicBezTo>
                  <a:pt x="2718" y="7806"/>
                  <a:pt x="2631" y="7774"/>
                  <a:pt x="2584" y="7711"/>
                </a:cubicBezTo>
                <a:cubicBezTo>
                  <a:pt x="2395" y="7554"/>
                  <a:pt x="2395" y="7365"/>
                  <a:pt x="2584" y="7239"/>
                </a:cubicBezTo>
                <a:lnTo>
                  <a:pt x="3560" y="6262"/>
                </a:lnTo>
                <a:cubicBezTo>
                  <a:pt x="3608" y="6199"/>
                  <a:pt x="3694" y="6167"/>
                  <a:pt x="3785" y="6167"/>
                </a:cubicBezTo>
                <a:close/>
                <a:moveTo>
                  <a:pt x="4730" y="7113"/>
                </a:moveTo>
                <a:cubicBezTo>
                  <a:pt x="4821" y="7113"/>
                  <a:pt x="4915" y="7144"/>
                  <a:pt x="4978" y="7207"/>
                </a:cubicBezTo>
                <a:cubicBezTo>
                  <a:pt x="5073" y="7302"/>
                  <a:pt x="5073" y="7554"/>
                  <a:pt x="4978" y="7680"/>
                </a:cubicBezTo>
                <a:lnTo>
                  <a:pt x="4001" y="8656"/>
                </a:lnTo>
                <a:cubicBezTo>
                  <a:pt x="3938" y="8719"/>
                  <a:pt x="3844" y="8751"/>
                  <a:pt x="3749" y="8751"/>
                </a:cubicBezTo>
                <a:cubicBezTo>
                  <a:pt x="3655" y="8751"/>
                  <a:pt x="3560" y="8719"/>
                  <a:pt x="3497" y="8656"/>
                </a:cubicBezTo>
                <a:cubicBezTo>
                  <a:pt x="3403" y="8530"/>
                  <a:pt x="3403" y="8310"/>
                  <a:pt x="3497" y="8184"/>
                </a:cubicBezTo>
                <a:lnTo>
                  <a:pt x="4505" y="7207"/>
                </a:lnTo>
                <a:cubicBezTo>
                  <a:pt x="4553" y="7144"/>
                  <a:pt x="4639" y="7113"/>
                  <a:pt x="4730" y="7113"/>
                </a:cubicBezTo>
                <a:close/>
                <a:moveTo>
                  <a:pt x="4100" y="969"/>
                </a:moveTo>
                <a:cubicBezTo>
                  <a:pt x="4190" y="969"/>
                  <a:pt x="4285" y="1001"/>
                  <a:pt x="4348" y="1064"/>
                </a:cubicBezTo>
                <a:lnTo>
                  <a:pt x="5041" y="1725"/>
                </a:lnTo>
                <a:lnTo>
                  <a:pt x="3938" y="2828"/>
                </a:lnTo>
                <a:cubicBezTo>
                  <a:pt x="3560" y="3206"/>
                  <a:pt x="3560" y="3899"/>
                  <a:pt x="3938" y="4277"/>
                </a:cubicBezTo>
                <a:cubicBezTo>
                  <a:pt x="4143" y="4482"/>
                  <a:pt x="4411" y="4584"/>
                  <a:pt x="4675" y="4584"/>
                </a:cubicBezTo>
                <a:cubicBezTo>
                  <a:pt x="4939" y="4584"/>
                  <a:pt x="5199" y="4482"/>
                  <a:pt x="5388" y="4277"/>
                </a:cubicBezTo>
                <a:lnTo>
                  <a:pt x="6396" y="3332"/>
                </a:lnTo>
                <a:cubicBezTo>
                  <a:pt x="6443" y="3269"/>
                  <a:pt x="6530" y="3238"/>
                  <a:pt x="6620" y="3238"/>
                </a:cubicBezTo>
                <a:cubicBezTo>
                  <a:pt x="6711" y="3238"/>
                  <a:pt x="6805" y="3269"/>
                  <a:pt x="6868" y="3332"/>
                </a:cubicBezTo>
                <a:lnTo>
                  <a:pt x="10334" y="6735"/>
                </a:lnTo>
                <a:cubicBezTo>
                  <a:pt x="10491" y="6829"/>
                  <a:pt x="10491" y="7113"/>
                  <a:pt x="10365" y="7239"/>
                </a:cubicBezTo>
                <a:cubicBezTo>
                  <a:pt x="10302" y="7302"/>
                  <a:pt x="10216" y="7333"/>
                  <a:pt x="10129" y="7333"/>
                </a:cubicBezTo>
                <a:cubicBezTo>
                  <a:pt x="10042" y="7333"/>
                  <a:pt x="9956" y="7302"/>
                  <a:pt x="9893" y="7239"/>
                </a:cubicBezTo>
                <a:lnTo>
                  <a:pt x="8444" y="5789"/>
                </a:lnTo>
                <a:cubicBezTo>
                  <a:pt x="8381" y="5726"/>
                  <a:pt x="8286" y="5695"/>
                  <a:pt x="8195" y="5695"/>
                </a:cubicBezTo>
                <a:cubicBezTo>
                  <a:pt x="8105" y="5695"/>
                  <a:pt x="8018" y="5726"/>
                  <a:pt x="7971" y="5789"/>
                </a:cubicBezTo>
                <a:cubicBezTo>
                  <a:pt x="7845" y="5884"/>
                  <a:pt x="7845" y="6136"/>
                  <a:pt x="7971" y="6262"/>
                </a:cubicBezTo>
                <a:lnTo>
                  <a:pt x="9420" y="7711"/>
                </a:lnTo>
                <a:cubicBezTo>
                  <a:pt x="9546" y="7837"/>
                  <a:pt x="9546" y="8058"/>
                  <a:pt x="9420" y="8184"/>
                </a:cubicBezTo>
                <a:cubicBezTo>
                  <a:pt x="9357" y="8247"/>
                  <a:pt x="9271" y="8278"/>
                  <a:pt x="9184" y="8278"/>
                </a:cubicBezTo>
                <a:cubicBezTo>
                  <a:pt x="9097" y="8278"/>
                  <a:pt x="9011" y="8247"/>
                  <a:pt x="8948" y="8184"/>
                </a:cubicBezTo>
                <a:lnTo>
                  <a:pt x="7498" y="6735"/>
                </a:lnTo>
                <a:cubicBezTo>
                  <a:pt x="7435" y="6672"/>
                  <a:pt x="7341" y="6640"/>
                  <a:pt x="7250" y="6640"/>
                </a:cubicBezTo>
                <a:cubicBezTo>
                  <a:pt x="7160" y="6640"/>
                  <a:pt x="7073" y="6672"/>
                  <a:pt x="7026" y="6735"/>
                </a:cubicBezTo>
                <a:cubicBezTo>
                  <a:pt x="6900" y="6829"/>
                  <a:pt x="6900" y="7081"/>
                  <a:pt x="7026" y="7176"/>
                </a:cubicBezTo>
                <a:lnTo>
                  <a:pt x="8475" y="8656"/>
                </a:lnTo>
                <a:cubicBezTo>
                  <a:pt x="8601" y="8751"/>
                  <a:pt x="8601" y="9003"/>
                  <a:pt x="8475" y="9129"/>
                </a:cubicBezTo>
                <a:cubicBezTo>
                  <a:pt x="8412" y="9176"/>
                  <a:pt x="8325" y="9200"/>
                  <a:pt x="8239" y="9200"/>
                </a:cubicBezTo>
                <a:cubicBezTo>
                  <a:pt x="8152" y="9200"/>
                  <a:pt x="8066" y="9176"/>
                  <a:pt x="8003" y="9129"/>
                </a:cubicBezTo>
                <a:lnTo>
                  <a:pt x="6459" y="7648"/>
                </a:lnTo>
                <a:cubicBezTo>
                  <a:pt x="6270" y="7459"/>
                  <a:pt x="6018" y="7396"/>
                  <a:pt x="5797" y="7396"/>
                </a:cubicBezTo>
                <a:cubicBezTo>
                  <a:pt x="5797" y="7144"/>
                  <a:pt x="5671" y="6924"/>
                  <a:pt x="5482" y="6735"/>
                </a:cubicBezTo>
                <a:cubicBezTo>
                  <a:pt x="5293" y="6514"/>
                  <a:pt x="5041" y="6451"/>
                  <a:pt x="4821" y="6388"/>
                </a:cubicBezTo>
                <a:cubicBezTo>
                  <a:pt x="4821" y="6167"/>
                  <a:pt x="4694" y="5947"/>
                  <a:pt x="4505" y="5726"/>
                </a:cubicBezTo>
                <a:cubicBezTo>
                  <a:pt x="4285" y="5537"/>
                  <a:pt x="4064" y="5474"/>
                  <a:pt x="3812" y="5411"/>
                </a:cubicBezTo>
                <a:cubicBezTo>
                  <a:pt x="3812" y="5191"/>
                  <a:pt x="3718" y="4939"/>
                  <a:pt x="3497" y="4750"/>
                </a:cubicBezTo>
                <a:cubicBezTo>
                  <a:pt x="3308" y="4561"/>
                  <a:pt x="3048" y="4466"/>
                  <a:pt x="2785" y="4466"/>
                </a:cubicBezTo>
                <a:cubicBezTo>
                  <a:pt x="2521" y="4466"/>
                  <a:pt x="2253" y="4561"/>
                  <a:pt x="2048" y="4750"/>
                </a:cubicBezTo>
                <a:lnTo>
                  <a:pt x="1544" y="5254"/>
                </a:lnTo>
                <a:lnTo>
                  <a:pt x="819" y="4561"/>
                </a:lnTo>
                <a:cubicBezTo>
                  <a:pt x="725" y="4435"/>
                  <a:pt x="725" y="4183"/>
                  <a:pt x="819" y="4088"/>
                </a:cubicBezTo>
                <a:lnTo>
                  <a:pt x="3875" y="1064"/>
                </a:lnTo>
                <a:cubicBezTo>
                  <a:pt x="3923" y="1001"/>
                  <a:pt x="4009" y="969"/>
                  <a:pt x="4100" y="969"/>
                </a:cubicBezTo>
                <a:close/>
                <a:moveTo>
                  <a:pt x="5718" y="8089"/>
                </a:moveTo>
                <a:cubicBezTo>
                  <a:pt x="5805" y="8089"/>
                  <a:pt x="5892" y="8121"/>
                  <a:pt x="5955" y="8184"/>
                </a:cubicBezTo>
                <a:cubicBezTo>
                  <a:pt x="6081" y="8310"/>
                  <a:pt x="6081" y="8530"/>
                  <a:pt x="5955" y="8656"/>
                </a:cubicBezTo>
                <a:lnTo>
                  <a:pt x="4978" y="9633"/>
                </a:lnTo>
                <a:cubicBezTo>
                  <a:pt x="4915" y="9696"/>
                  <a:pt x="4821" y="9728"/>
                  <a:pt x="4730" y="9728"/>
                </a:cubicBezTo>
                <a:cubicBezTo>
                  <a:pt x="4639" y="9728"/>
                  <a:pt x="4553" y="9696"/>
                  <a:pt x="4505" y="9633"/>
                </a:cubicBezTo>
                <a:cubicBezTo>
                  <a:pt x="4379" y="9507"/>
                  <a:pt x="4379" y="9286"/>
                  <a:pt x="4505" y="9160"/>
                </a:cubicBezTo>
                <a:lnTo>
                  <a:pt x="5482" y="8184"/>
                </a:lnTo>
                <a:cubicBezTo>
                  <a:pt x="5545" y="8121"/>
                  <a:pt x="5632" y="8089"/>
                  <a:pt x="5718" y="8089"/>
                </a:cubicBezTo>
                <a:close/>
                <a:moveTo>
                  <a:pt x="6616" y="8877"/>
                </a:moveTo>
                <a:lnTo>
                  <a:pt x="7467" y="9665"/>
                </a:lnTo>
                <a:cubicBezTo>
                  <a:pt x="7593" y="9759"/>
                  <a:pt x="7593" y="9980"/>
                  <a:pt x="7435" y="10106"/>
                </a:cubicBezTo>
                <a:cubicBezTo>
                  <a:pt x="7388" y="10169"/>
                  <a:pt x="7286" y="10200"/>
                  <a:pt x="7179" y="10200"/>
                </a:cubicBezTo>
                <a:cubicBezTo>
                  <a:pt x="7073" y="10200"/>
                  <a:pt x="6963" y="10169"/>
                  <a:pt x="6900" y="10106"/>
                </a:cubicBezTo>
                <a:lnTo>
                  <a:pt x="6207" y="9412"/>
                </a:lnTo>
                <a:lnTo>
                  <a:pt x="6427" y="9160"/>
                </a:lnTo>
                <a:cubicBezTo>
                  <a:pt x="6522" y="9097"/>
                  <a:pt x="6585" y="8971"/>
                  <a:pt x="6616" y="8877"/>
                </a:cubicBezTo>
                <a:close/>
                <a:moveTo>
                  <a:pt x="7309" y="0"/>
                </a:moveTo>
                <a:cubicBezTo>
                  <a:pt x="7042" y="0"/>
                  <a:pt x="6774" y="103"/>
                  <a:pt x="6585" y="308"/>
                </a:cubicBezTo>
                <a:lnTo>
                  <a:pt x="5608" y="1284"/>
                </a:lnTo>
                <a:lnTo>
                  <a:pt x="4852" y="560"/>
                </a:lnTo>
                <a:cubicBezTo>
                  <a:pt x="4656" y="394"/>
                  <a:pt x="4409" y="307"/>
                  <a:pt x="4163" y="307"/>
                </a:cubicBezTo>
                <a:cubicBezTo>
                  <a:pt x="3897" y="307"/>
                  <a:pt x="3631" y="409"/>
                  <a:pt x="3434" y="623"/>
                </a:cubicBezTo>
                <a:lnTo>
                  <a:pt x="410" y="3647"/>
                </a:lnTo>
                <a:cubicBezTo>
                  <a:pt x="0" y="4025"/>
                  <a:pt x="0" y="4718"/>
                  <a:pt x="410" y="5096"/>
                </a:cubicBezTo>
                <a:lnTo>
                  <a:pt x="1103" y="5821"/>
                </a:lnTo>
                <a:cubicBezTo>
                  <a:pt x="725" y="6199"/>
                  <a:pt x="725" y="6829"/>
                  <a:pt x="1103" y="7239"/>
                </a:cubicBezTo>
                <a:cubicBezTo>
                  <a:pt x="1292" y="7428"/>
                  <a:pt x="1544" y="7491"/>
                  <a:pt x="1765" y="7554"/>
                </a:cubicBezTo>
                <a:cubicBezTo>
                  <a:pt x="1765" y="7774"/>
                  <a:pt x="1891" y="8026"/>
                  <a:pt x="2080" y="8215"/>
                </a:cubicBezTo>
                <a:cubicBezTo>
                  <a:pt x="2300" y="8404"/>
                  <a:pt x="2521" y="8499"/>
                  <a:pt x="2773" y="8530"/>
                </a:cubicBezTo>
                <a:cubicBezTo>
                  <a:pt x="2773" y="8751"/>
                  <a:pt x="2867" y="9003"/>
                  <a:pt x="3088" y="9192"/>
                </a:cubicBezTo>
                <a:cubicBezTo>
                  <a:pt x="3277" y="9381"/>
                  <a:pt x="3497" y="9475"/>
                  <a:pt x="3749" y="9507"/>
                </a:cubicBezTo>
                <a:cubicBezTo>
                  <a:pt x="3749" y="9759"/>
                  <a:pt x="3875" y="9980"/>
                  <a:pt x="4064" y="10169"/>
                </a:cubicBezTo>
                <a:cubicBezTo>
                  <a:pt x="4253" y="10373"/>
                  <a:pt x="4521" y="10476"/>
                  <a:pt x="4789" y="10476"/>
                </a:cubicBezTo>
                <a:cubicBezTo>
                  <a:pt x="5057" y="10476"/>
                  <a:pt x="5325" y="10373"/>
                  <a:pt x="5514" y="10169"/>
                </a:cubicBezTo>
                <a:lnTo>
                  <a:pt x="5766" y="9948"/>
                </a:lnTo>
                <a:lnTo>
                  <a:pt x="6459" y="10673"/>
                </a:lnTo>
                <a:cubicBezTo>
                  <a:pt x="6664" y="10862"/>
                  <a:pt x="6939" y="10956"/>
                  <a:pt x="7219" y="10956"/>
                </a:cubicBezTo>
                <a:cubicBezTo>
                  <a:pt x="7498" y="10956"/>
                  <a:pt x="7782" y="10862"/>
                  <a:pt x="8003" y="10673"/>
                </a:cubicBezTo>
                <a:cubicBezTo>
                  <a:pt x="8192" y="10452"/>
                  <a:pt x="8286" y="10232"/>
                  <a:pt x="8318" y="9980"/>
                </a:cubicBezTo>
                <a:cubicBezTo>
                  <a:pt x="8538" y="9980"/>
                  <a:pt x="8790" y="9885"/>
                  <a:pt x="8979" y="9665"/>
                </a:cubicBezTo>
                <a:cubicBezTo>
                  <a:pt x="9168" y="9475"/>
                  <a:pt x="9263" y="9255"/>
                  <a:pt x="9294" y="9003"/>
                </a:cubicBezTo>
                <a:cubicBezTo>
                  <a:pt x="9546" y="9003"/>
                  <a:pt x="9767" y="8877"/>
                  <a:pt x="9956" y="8688"/>
                </a:cubicBezTo>
                <a:cubicBezTo>
                  <a:pt x="10176" y="8499"/>
                  <a:pt x="10239" y="8247"/>
                  <a:pt x="10271" y="8026"/>
                </a:cubicBezTo>
                <a:cubicBezTo>
                  <a:pt x="10523" y="8026"/>
                  <a:pt x="10743" y="7900"/>
                  <a:pt x="10964" y="7711"/>
                </a:cubicBezTo>
                <a:cubicBezTo>
                  <a:pt x="11342" y="7302"/>
                  <a:pt x="11342" y="6640"/>
                  <a:pt x="10964" y="6262"/>
                </a:cubicBezTo>
                <a:lnTo>
                  <a:pt x="10680" y="5978"/>
                </a:lnTo>
                <a:lnTo>
                  <a:pt x="11594" y="5065"/>
                </a:lnTo>
                <a:cubicBezTo>
                  <a:pt x="11909" y="4687"/>
                  <a:pt x="11909" y="4057"/>
                  <a:pt x="11468" y="3647"/>
                </a:cubicBezTo>
                <a:lnTo>
                  <a:pt x="8034" y="308"/>
                </a:lnTo>
                <a:cubicBezTo>
                  <a:pt x="7845" y="103"/>
                  <a:pt x="7577" y="0"/>
                  <a:pt x="730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8" name="Google Shape;688;p45"/>
          <p:cNvGrpSpPr/>
          <p:nvPr/>
        </p:nvGrpSpPr>
        <p:grpSpPr>
          <a:xfrm>
            <a:off x="2532917" y="1724670"/>
            <a:ext cx="525026" cy="594348"/>
            <a:chOff x="-20904875" y="2788575"/>
            <a:chExt cx="267775" cy="304825"/>
          </a:xfrm>
        </p:grpSpPr>
        <p:sp>
          <p:nvSpPr>
            <p:cNvPr id="689" name="Google Shape;689;p45"/>
            <p:cNvSpPr/>
            <p:nvPr/>
          </p:nvSpPr>
          <p:spPr>
            <a:xfrm>
              <a:off x="-20904875" y="2788575"/>
              <a:ext cx="267775" cy="304825"/>
            </a:xfrm>
            <a:custGeom>
              <a:avLst/>
              <a:gdLst/>
              <a:ahLst/>
              <a:cxnLst/>
              <a:rect l="l" t="t" r="r" b="b"/>
              <a:pathLst>
                <a:path w="10711" h="12193" extrusionOk="0">
                  <a:moveTo>
                    <a:pt x="5294" y="725"/>
                  </a:moveTo>
                  <a:cubicBezTo>
                    <a:pt x="5483" y="725"/>
                    <a:pt x="5640" y="882"/>
                    <a:pt x="5640" y="1103"/>
                  </a:cubicBezTo>
                  <a:lnTo>
                    <a:pt x="5640" y="1166"/>
                  </a:lnTo>
                  <a:cubicBezTo>
                    <a:pt x="5640" y="1373"/>
                    <a:pt x="5803" y="1512"/>
                    <a:pt x="5977" y="1512"/>
                  </a:cubicBezTo>
                  <a:cubicBezTo>
                    <a:pt x="6068" y="1512"/>
                    <a:pt x="6163" y="1473"/>
                    <a:pt x="6239" y="1387"/>
                  </a:cubicBezTo>
                  <a:lnTo>
                    <a:pt x="6270" y="1355"/>
                  </a:lnTo>
                  <a:cubicBezTo>
                    <a:pt x="6341" y="1284"/>
                    <a:pt x="6429" y="1252"/>
                    <a:pt x="6514" y="1252"/>
                  </a:cubicBezTo>
                  <a:cubicBezTo>
                    <a:pt x="6695" y="1252"/>
                    <a:pt x="6869" y="1393"/>
                    <a:pt x="6869" y="1607"/>
                  </a:cubicBezTo>
                  <a:cubicBezTo>
                    <a:pt x="6869" y="1765"/>
                    <a:pt x="6774" y="1828"/>
                    <a:pt x="6711" y="1922"/>
                  </a:cubicBezTo>
                  <a:cubicBezTo>
                    <a:pt x="6459" y="2143"/>
                    <a:pt x="6617" y="2489"/>
                    <a:pt x="6932" y="2489"/>
                  </a:cubicBezTo>
                  <a:lnTo>
                    <a:pt x="7026" y="2489"/>
                  </a:lnTo>
                  <a:cubicBezTo>
                    <a:pt x="7215" y="2489"/>
                    <a:pt x="7373" y="2678"/>
                    <a:pt x="7373" y="2867"/>
                  </a:cubicBezTo>
                  <a:cubicBezTo>
                    <a:pt x="7373" y="3056"/>
                    <a:pt x="7215" y="3214"/>
                    <a:pt x="7026" y="3214"/>
                  </a:cubicBezTo>
                  <a:lnTo>
                    <a:pt x="6932" y="3214"/>
                  </a:lnTo>
                  <a:cubicBezTo>
                    <a:pt x="6774" y="3214"/>
                    <a:pt x="6648" y="3277"/>
                    <a:pt x="6617" y="3466"/>
                  </a:cubicBezTo>
                  <a:cubicBezTo>
                    <a:pt x="6585" y="3560"/>
                    <a:pt x="6585" y="3718"/>
                    <a:pt x="6711" y="3844"/>
                  </a:cubicBezTo>
                  <a:lnTo>
                    <a:pt x="6743" y="3875"/>
                  </a:lnTo>
                  <a:cubicBezTo>
                    <a:pt x="6806" y="3970"/>
                    <a:pt x="6869" y="4033"/>
                    <a:pt x="6869" y="4127"/>
                  </a:cubicBezTo>
                  <a:cubicBezTo>
                    <a:pt x="6869" y="4334"/>
                    <a:pt x="6693" y="4473"/>
                    <a:pt x="6518" y="4473"/>
                  </a:cubicBezTo>
                  <a:cubicBezTo>
                    <a:pt x="6427" y="4473"/>
                    <a:pt x="6335" y="4435"/>
                    <a:pt x="6270" y="4348"/>
                  </a:cubicBezTo>
                  <a:lnTo>
                    <a:pt x="6239" y="4316"/>
                  </a:lnTo>
                  <a:cubicBezTo>
                    <a:pt x="6156" y="4234"/>
                    <a:pt x="6063" y="4199"/>
                    <a:pt x="5976" y="4199"/>
                  </a:cubicBezTo>
                  <a:cubicBezTo>
                    <a:pt x="5797" y="4199"/>
                    <a:pt x="5640" y="4346"/>
                    <a:pt x="5640" y="4537"/>
                  </a:cubicBezTo>
                  <a:lnTo>
                    <a:pt x="5640" y="4632"/>
                  </a:lnTo>
                  <a:cubicBezTo>
                    <a:pt x="5640" y="4821"/>
                    <a:pt x="5483" y="4978"/>
                    <a:pt x="5294" y="4978"/>
                  </a:cubicBezTo>
                  <a:cubicBezTo>
                    <a:pt x="5073" y="4978"/>
                    <a:pt x="4916" y="4821"/>
                    <a:pt x="4916" y="4632"/>
                  </a:cubicBezTo>
                  <a:lnTo>
                    <a:pt x="4916" y="4537"/>
                  </a:lnTo>
                  <a:cubicBezTo>
                    <a:pt x="4958" y="4346"/>
                    <a:pt x="4801" y="4213"/>
                    <a:pt x="4626" y="4213"/>
                  </a:cubicBezTo>
                  <a:cubicBezTo>
                    <a:pt x="4541" y="4213"/>
                    <a:pt x="4452" y="4244"/>
                    <a:pt x="4380" y="4316"/>
                  </a:cubicBezTo>
                  <a:lnTo>
                    <a:pt x="4349" y="4348"/>
                  </a:lnTo>
                  <a:cubicBezTo>
                    <a:pt x="4270" y="4427"/>
                    <a:pt x="4175" y="4466"/>
                    <a:pt x="4081" y="4466"/>
                  </a:cubicBezTo>
                  <a:cubicBezTo>
                    <a:pt x="3986" y="4466"/>
                    <a:pt x="3892" y="4427"/>
                    <a:pt x="3813" y="4348"/>
                  </a:cubicBezTo>
                  <a:cubicBezTo>
                    <a:pt x="3655" y="4190"/>
                    <a:pt x="3655" y="4001"/>
                    <a:pt x="3813" y="3844"/>
                  </a:cubicBezTo>
                  <a:lnTo>
                    <a:pt x="3876" y="3812"/>
                  </a:lnTo>
                  <a:cubicBezTo>
                    <a:pt x="4096" y="3560"/>
                    <a:pt x="3939" y="3214"/>
                    <a:pt x="3624" y="3214"/>
                  </a:cubicBezTo>
                  <a:lnTo>
                    <a:pt x="3561" y="3214"/>
                  </a:lnTo>
                  <a:cubicBezTo>
                    <a:pt x="3340" y="3214"/>
                    <a:pt x="3183" y="3056"/>
                    <a:pt x="3183" y="2867"/>
                  </a:cubicBezTo>
                  <a:cubicBezTo>
                    <a:pt x="3183" y="2678"/>
                    <a:pt x="3340" y="2489"/>
                    <a:pt x="3561" y="2489"/>
                  </a:cubicBezTo>
                  <a:lnTo>
                    <a:pt x="3624" y="2489"/>
                  </a:lnTo>
                  <a:cubicBezTo>
                    <a:pt x="3939" y="2489"/>
                    <a:pt x="4096" y="2111"/>
                    <a:pt x="3876" y="1922"/>
                  </a:cubicBezTo>
                  <a:cubicBezTo>
                    <a:pt x="3813" y="1891"/>
                    <a:pt x="3718" y="1796"/>
                    <a:pt x="3718" y="1607"/>
                  </a:cubicBezTo>
                  <a:cubicBezTo>
                    <a:pt x="3718" y="1393"/>
                    <a:pt x="3892" y="1252"/>
                    <a:pt x="4063" y="1252"/>
                  </a:cubicBezTo>
                  <a:cubicBezTo>
                    <a:pt x="4144" y="1252"/>
                    <a:pt x="4225" y="1284"/>
                    <a:pt x="4286" y="1355"/>
                  </a:cubicBezTo>
                  <a:lnTo>
                    <a:pt x="4349" y="1387"/>
                  </a:lnTo>
                  <a:cubicBezTo>
                    <a:pt x="4424" y="1473"/>
                    <a:pt x="4515" y="1512"/>
                    <a:pt x="4602" y="1512"/>
                  </a:cubicBezTo>
                  <a:cubicBezTo>
                    <a:pt x="4767" y="1512"/>
                    <a:pt x="4916" y="1373"/>
                    <a:pt x="4916" y="1166"/>
                  </a:cubicBezTo>
                  <a:lnTo>
                    <a:pt x="4916" y="1103"/>
                  </a:lnTo>
                  <a:cubicBezTo>
                    <a:pt x="4916" y="882"/>
                    <a:pt x="5073" y="725"/>
                    <a:pt x="5294" y="725"/>
                  </a:cubicBezTo>
                  <a:close/>
                  <a:moveTo>
                    <a:pt x="757" y="5766"/>
                  </a:moveTo>
                  <a:lnTo>
                    <a:pt x="757" y="5766"/>
                  </a:lnTo>
                  <a:cubicBezTo>
                    <a:pt x="1482" y="5892"/>
                    <a:pt x="2647" y="6144"/>
                    <a:pt x="3120" y="6648"/>
                  </a:cubicBezTo>
                  <a:cubicBezTo>
                    <a:pt x="3624" y="7152"/>
                    <a:pt x="3624" y="7498"/>
                    <a:pt x="3340" y="7908"/>
                  </a:cubicBezTo>
                  <a:lnTo>
                    <a:pt x="2616" y="7152"/>
                  </a:lnTo>
                  <a:cubicBezTo>
                    <a:pt x="2537" y="7073"/>
                    <a:pt x="2442" y="7034"/>
                    <a:pt x="2348" y="7034"/>
                  </a:cubicBezTo>
                  <a:cubicBezTo>
                    <a:pt x="2253" y="7034"/>
                    <a:pt x="2159" y="7073"/>
                    <a:pt x="2080" y="7152"/>
                  </a:cubicBezTo>
                  <a:cubicBezTo>
                    <a:pt x="1923" y="7309"/>
                    <a:pt x="1923" y="7498"/>
                    <a:pt x="2080" y="7656"/>
                  </a:cubicBezTo>
                  <a:lnTo>
                    <a:pt x="2836" y="8412"/>
                  </a:lnTo>
                  <a:cubicBezTo>
                    <a:pt x="2695" y="8515"/>
                    <a:pt x="2554" y="8575"/>
                    <a:pt x="2401" y="8575"/>
                  </a:cubicBezTo>
                  <a:cubicBezTo>
                    <a:pt x="2176" y="8575"/>
                    <a:pt x="1925" y="8446"/>
                    <a:pt x="1608" y="8129"/>
                  </a:cubicBezTo>
                  <a:cubicBezTo>
                    <a:pt x="1135" y="7656"/>
                    <a:pt x="883" y="6490"/>
                    <a:pt x="757" y="5766"/>
                  </a:cubicBezTo>
                  <a:close/>
                  <a:moveTo>
                    <a:pt x="9893" y="6459"/>
                  </a:moveTo>
                  <a:cubicBezTo>
                    <a:pt x="9799" y="7183"/>
                    <a:pt x="9578" y="8381"/>
                    <a:pt x="9074" y="8853"/>
                  </a:cubicBezTo>
                  <a:cubicBezTo>
                    <a:pt x="8805" y="9123"/>
                    <a:pt x="8570" y="9287"/>
                    <a:pt x="8321" y="9287"/>
                  </a:cubicBezTo>
                  <a:cubicBezTo>
                    <a:pt x="8162" y="9287"/>
                    <a:pt x="7998" y="9221"/>
                    <a:pt x="7814" y="9074"/>
                  </a:cubicBezTo>
                  <a:lnTo>
                    <a:pt x="8570" y="8349"/>
                  </a:lnTo>
                  <a:cubicBezTo>
                    <a:pt x="8728" y="8192"/>
                    <a:pt x="8728" y="7971"/>
                    <a:pt x="8570" y="7814"/>
                  </a:cubicBezTo>
                  <a:cubicBezTo>
                    <a:pt x="8491" y="7735"/>
                    <a:pt x="8397" y="7695"/>
                    <a:pt x="8302" y="7695"/>
                  </a:cubicBezTo>
                  <a:cubicBezTo>
                    <a:pt x="8208" y="7695"/>
                    <a:pt x="8113" y="7735"/>
                    <a:pt x="8035" y="7814"/>
                  </a:cubicBezTo>
                  <a:lnTo>
                    <a:pt x="7278" y="8570"/>
                  </a:lnTo>
                  <a:cubicBezTo>
                    <a:pt x="7026" y="8192"/>
                    <a:pt x="7026" y="7814"/>
                    <a:pt x="7531" y="7309"/>
                  </a:cubicBezTo>
                  <a:cubicBezTo>
                    <a:pt x="8003" y="6837"/>
                    <a:pt x="9169" y="6553"/>
                    <a:pt x="9893" y="6459"/>
                  </a:cubicBezTo>
                  <a:close/>
                  <a:moveTo>
                    <a:pt x="5357" y="0"/>
                  </a:moveTo>
                  <a:cubicBezTo>
                    <a:pt x="4979" y="0"/>
                    <a:pt x="4601" y="221"/>
                    <a:pt x="4412" y="536"/>
                  </a:cubicBezTo>
                  <a:cubicBezTo>
                    <a:pt x="4313" y="500"/>
                    <a:pt x="4206" y="482"/>
                    <a:pt x="4097" y="482"/>
                  </a:cubicBezTo>
                  <a:cubicBezTo>
                    <a:pt x="3826" y="482"/>
                    <a:pt x="3543" y="594"/>
                    <a:pt x="3340" y="819"/>
                  </a:cubicBezTo>
                  <a:cubicBezTo>
                    <a:pt x="3088" y="1103"/>
                    <a:pt x="2962" y="1513"/>
                    <a:pt x="3088" y="1891"/>
                  </a:cubicBezTo>
                  <a:cubicBezTo>
                    <a:pt x="2710" y="2080"/>
                    <a:pt x="2521" y="2426"/>
                    <a:pt x="2521" y="2836"/>
                  </a:cubicBezTo>
                  <a:cubicBezTo>
                    <a:pt x="2521" y="3214"/>
                    <a:pt x="2773" y="3560"/>
                    <a:pt x="3088" y="3781"/>
                  </a:cubicBezTo>
                  <a:cubicBezTo>
                    <a:pt x="2962" y="4127"/>
                    <a:pt x="3057" y="4569"/>
                    <a:pt x="3340" y="4821"/>
                  </a:cubicBezTo>
                  <a:cubicBezTo>
                    <a:pt x="3549" y="5030"/>
                    <a:pt x="3844" y="5153"/>
                    <a:pt x="4123" y="5153"/>
                  </a:cubicBezTo>
                  <a:cubicBezTo>
                    <a:pt x="4223" y="5153"/>
                    <a:pt x="4320" y="5137"/>
                    <a:pt x="4412" y="5104"/>
                  </a:cubicBezTo>
                  <a:cubicBezTo>
                    <a:pt x="4538" y="5325"/>
                    <a:pt x="4758" y="5545"/>
                    <a:pt x="5010" y="5608"/>
                  </a:cubicBezTo>
                  <a:lnTo>
                    <a:pt x="5010" y="9483"/>
                  </a:lnTo>
                  <a:lnTo>
                    <a:pt x="3907" y="8381"/>
                  </a:lnTo>
                  <a:cubicBezTo>
                    <a:pt x="4538" y="7593"/>
                    <a:pt x="4380" y="6837"/>
                    <a:pt x="3655" y="6144"/>
                  </a:cubicBezTo>
                  <a:cubicBezTo>
                    <a:pt x="2773" y="5230"/>
                    <a:pt x="505" y="5041"/>
                    <a:pt x="410" y="5041"/>
                  </a:cubicBezTo>
                  <a:cubicBezTo>
                    <a:pt x="158" y="5041"/>
                    <a:pt x="1" y="5199"/>
                    <a:pt x="1" y="5419"/>
                  </a:cubicBezTo>
                  <a:cubicBezTo>
                    <a:pt x="1" y="5482"/>
                    <a:pt x="190" y="7751"/>
                    <a:pt x="1104" y="8696"/>
                  </a:cubicBezTo>
                  <a:cubicBezTo>
                    <a:pt x="1517" y="9091"/>
                    <a:pt x="1951" y="9312"/>
                    <a:pt x="2382" y="9312"/>
                  </a:cubicBezTo>
                  <a:cubicBezTo>
                    <a:pt x="2706" y="9312"/>
                    <a:pt x="3029" y="9187"/>
                    <a:pt x="3340" y="8916"/>
                  </a:cubicBezTo>
                  <a:lnTo>
                    <a:pt x="4979" y="10554"/>
                  </a:lnTo>
                  <a:lnTo>
                    <a:pt x="4979" y="11500"/>
                  </a:lnTo>
                  <a:lnTo>
                    <a:pt x="2490" y="11500"/>
                  </a:lnTo>
                  <a:cubicBezTo>
                    <a:pt x="2301" y="11500"/>
                    <a:pt x="2143" y="11657"/>
                    <a:pt x="2143" y="11846"/>
                  </a:cubicBezTo>
                  <a:cubicBezTo>
                    <a:pt x="2143" y="12035"/>
                    <a:pt x="2301" y="12193"/>
                    <a:pt x="2490" y="12193"/>
                  </a:cubicBezTo>
                  <a:lnTo>
                    <a:pt x="8192" y="12193"/>
                  </a:lnTo>
                  <a:cubicBezTo>
                    <a:pt x="8381" y="12193"/>
                    <a:pt x="8539" y="12035"/>
                    <a:pt x="8539" y="11846"/>
                  </a:cubicBezTo>
                  <a:cubicBezTo>
                    <a:pt x="8539" y="11657"/>
                    <a:pt x="8381" y="11500"/>
                    <a:pt x="8192" y="11500"/>
                  </a:cubicBezTo>
                  <a:lnTo>
                    <a:pt x="5703" y="11500"/>
                  </a:lnTo>
                  <a:lnTo>
                    <a:pt x="5703" y="11248"/>
                  </a:lnTo>
                  <a:lnTo>
                    <a:pt x="7342" y="9641"/>
                  </a:lnTo>
                  <a:cubicBezTo>
                    <a:pt x="7677" y="9909"/>
                    <a:pt x="8000" y="10034"/>
                    <a:pt x="8317" y="10034"/>
                  </a:cubicBezTo>
                  <a:cubicBezTo>
                    <a:pt x="8746" y="10034"/>
                    <a:pt x="9162" y="9805"/>
                    <a:pt x="9578" y="9389"/>
                  </a:cubicBezTo>
                  <a:cubicBezTo>
                    <a:pt x="10492" y="8507"/>
                    <a:pt x="10681" y="6238"/>
                    <a:pt x="10681" y="6144"/>
                  </a:cubicBezTo>
                  <a:cubicBezTo>
                    <a:pt x="10710" y="5910"/>
                    <a:pt x="10550" y="5731"/>
                    <a:pt x="10376" y="5731"/>
                  </a:cubicBezTo>
                  <a:cubicBezTo>
                    <a:pt x="10362" y="5731"/>
                    <a:pt x="10348" y="5732"/>
                    <a:pt x="10334" y="5734"/>
                  </a:cubicBezTo>
                  <a:cubicBezTo>
                    <a:pt x="10240" y="5734"/>
                    <a:pt x="8003" y="5923"/>
                    <a:pt x="7058" y="6837"/>
                  </a:cubicBezTo>
                  <a:cubicBezTo>
                    <a:pt x="6333" y="7561"/>
                    <a:pt x="6176" y="8286"/>
                    <a:pt x="6806" y="9074"/>
                  </a:cubicBezTo>
                  <a:lnTo>
                    <a:pt x="5703" y="10176"/>
                  </a:lnTo>
                  <a:lnTo>
                    <a:pt x="5703" y="5608"/>
                  </a:lnTo>
                  <a:cubicBezTo>
                    <a:pt x="5955" y="5545"/>
                    <a:pt x="6176" y="5356"/>
                    <a:pt x="6302" y="5104"/>
                  </a:cubicBezTo>
                  <a:cubicBezTo>
                    <a:pt x="6401" y="5140"/>
                    <a:pt x="6508" y="5158"/>
                    <a:pt x="6616" y="5158"/>
                  </a:cubicBezTo>
                  <a:cubicBezTo>
                    <a:pt x="6888" y="5158"/>
                    <a:pt x="7170" y="5046"/>
                    <a:pt x="7373" y="4821"/>
                  </a:cubicBezTo>
                  <a:cubicBezTo>
                    <a:pt x="7562" y="4632"/>
                    <a:pt x="7688" y="4348"/>
                    <a:pt x="7688" y="4096"/>
                  </a:cubicBezTo>
                  <a:cubicBezTo>
                    <a:pt x="7688" y="3970"/>
                    <a:pt x="7688" y="3875"/>
                    <a:pt x="7657" y="3781"/>
                  </a:cubicBezTo>
                  <a:cubicBezTo>
                    <a:pt x="8003" y="3560"/>
                    <a:pt x="8192" y="3214"/>
                    <a:pt x="8192" y="2836"/>
                  </a:cubicBezTo>
                  <a:cubicBezTo>
                    <a:pt x="8192" y="2426"/>
                    <a:pt x="7972" y="2080"/>
                    <a:pt x="7657" y="1891"/>
                  </a:cubicBezTo>
                  <a:cubicBezTo>
                    <a:pt x="7751" y="1513"/>
                    <a:pt x="7688" y="1103"/>
                    <a:pt x="7373" y="819"/>
                  </a:cubicBezTo>
                  <a:cubicBezTo>
                    <a:pt x="7164" y="610"/>
                    <a:pt x="6869" y="487"/>
                    <a:pt x="6590" y="487"/>
                  </a:cubicBezTo>
                  <a:cubicBezTo>
                    <a:pt x="6491" y="487"/>
                    <a:pt x="6393" y="503"/>
                    <a:pt x="6302" y="536"/>
                  </a:cubicBezTo>
                  <a:cubicBezTo>
                    <a:pt x="6113" y="189"/>
                    <a:pt x="5766" y="0"/>
                    <a:pt x="53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5"/>
            <p:cNvSpPr/>
            <p:nvPr/>
          </p:nvSpPr>
          <p:spPr>
            <a:xfrm>
              <a:off x="-20788300" y="2842125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694" y="1"/>
                  </a:moveTo>
                  <a:cubicBezTo>
                    <a:pt x="316" y="1"/>
                    <a:pt x="1" y="316"/>
                    <a:pt x="1" y="725"/>
                  </a:cubicBezTo>
                  <a:cubicBezTo>
                    <a:pt x="1" y="1103"/>
                    <a:pt x="316" y="1418"/>
                    <a:pt x="694" y="1418"/>
                  </a:cubicBezTo>
                  <a:cubicBezTo>
                    <a:pt x="1040" y="1418"/>
                    <a:pt x="1418" y="1103"/>
                    <a:pt x="1418" y="725"/>
                  </a:cubicBezTo>
                  <a:cubicBezTo>
                    <a:pt x="1418" y="316"/>
                    <a:pt x="1103" y="1"/>
                    <a:pt x="6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1" name="Google Shape;691;p45"/>
          <p:cNvGrpSpPr/>
          <p:nvPr/>
        </p:nvGrpSpPr>
        <p:grpSpPr>
          <a:xfrm rot="-599918">
            <a:off x="713236" y="1362478"/>
            <a:ext cx="886846" cy="888649"/>
            <a:chOff x="2404575" y="3332600"/>
            <a:chExt cx="656625" cy="656625"/>
          </a:xfrm>
        </p:grpSpPr>
        <p:sp>
          <p:nvSpPr>
            <p:cNvPr id="692" name="Google Shape;692;p45"/>
            <p:cNvSpPr/>
            <p:nvPr/>
          </p:nvSpPr>
          <p:spPr>
            <a:xfrm>
              <a:off x="2406075" y="3334050"/>
              <a:ext cx="653875" cy="653675"/>
            </a:xfrm>
            <a:custGeom>
              <a:avLst/>
              <a:gdLst/>
              <a:ahLst/>
              <a:cxnLst/>
              <a:rect l="l" t="t" r="r" b="b"/>
              <a:pathLst>
                <a:path w="26155" h="26147" extrusionOk="0">
                  <a:moveTo>
                    <a:pt x="12528" y="2012"/>
                  </a:moveTo>
                  <a:cubicBezTo>
                    <a:pt x="12758" y="2362"/>
                    <a:pt x="13138" y="2582"/>
                    <a:pt x="13557" y="2602"/>
                  </a:cubicBezTo>
                  <a:cubicBezTo>
                    <a:pt x="13578" y="2603"/>
                    <a:pt x="13598" y="2603"/>
                    <a:pt x="13618" y="2603"/>
                  </a:cubicBezTo>
                  <a:cubicBezTo>
                    <a:pt x="14015" y="2603"/>
                    <a:pt x="14390" y="2416"/>
                    <a:pt x="14637" y="2102"/>
                  </a:cubicBezTo>
                  <a:cubicBezTo>
                    <a:pt x="14787" y="2492"/>
                    <a:pt x="15127" y="2782"/>
                    <a:pt x="15537" y="2872"/>
                  </a:cubicBezTo>
                  <a:cubicBezTo>
                    <a:pt x="15638" y="2897"/>
                    <a:pt x="15741" y="2910"/>
                    <a:pt x="15844" y="2910"/>
                  </a:cubicBezTo>
                  <a:cubicBezTo>
                    <a:pt x="16148" y="2910"/>
                    <a:pt x="16448" y="2801"/>
                    <a:pt x="16687" y="2592"/>
                  </a:cubicBezTo>
                  <a:cubicBezTo>
                    <a:pt x="16767" y="3002"/>
                    <a:pt x="17037" y="3352"/>
                    <a:pt x="17416" y="3522"/>
                  </a:cubicBezTo>
                  <a:cubicBezTo>
                    <a:pt x="17589" y="3601"/>
                    <a:pt x="17771" y="3640"/>
                    <a:pt x="17952" y="3640"/>
                  </a:cubicBezTo>
                  <a:cubicBezTo>
                    <a:pt x="18180" y="3640"/>
                    <a:pt x="18406" y="3579"/>
                    <a:pt x="18606" y="3462"/>
                  </a:cubicBezTo>
                  <a:cubicBezTo>
                    <a:pt x="18606" y="3882"/>
                    <a:pt x="18806" y="4281"/>
                    <a:pt x="19146" y="4521"/>
                  </a:cubicBezTo>
                  <a:cubicBezTo>
                    <a:pt x="19369" y="4679"/>
                    <a:pt x="19634" y="4758"/>
                    <a:pt x="19903" y="4758"/>
                  </a:cubicBezTo>
                  <a:cubicBezTo>
                    <a:pt x="20045" y="4758"/>
                    <a:pt x="20188" y="4736"/>
                    <a:pt x="20326" y="4691"/>
                  </a:cubicBezTo>
                  <a:lnTo>
                    <a:pt x="20326" y="4691"/>
                  </a:lnTo>
                  <a:cubicBezTo>
                    <a:pt x="20246" y="5101"/>
                    <a:pt x="20366" y="5521"/>
                    <a:pt x="20666" y="5821"/>
                  </a:cubicBezTo>
                  <a:cubicBezTo>
                    <a:pt x="20912" y="6084"/>
                    <a:pt x="21244" y="6225"/>
                    <a:pt x="21595" y="6225"/>
                  </a:cubicBezTo>
                  <a:cubicBezTo>
                    <a:pt x="21658" y="6225"/>
                    <a:pt x="21722" y="6220"/>
                    <a:pt x="21785" y="6211"/>
                  </a:cubicBezTo>
                  <a:lnTo>
                    <a:pt x="21785" y="6211"/>
                  </a:lnTo>
                  <a:cubicBezTo>
                    <a:pt x="21625" y="6601"/>
                    <a:pt x="21675" y="7041"/>
                    <a:pt x="21905" y="7391"/>
                  </a:cubicBezTo>
                  <a:cubicBezTo>
                    <a:pt x="22125" y="7741"/>
                    <a:pt x="22515" y="7961"/>
                    <a:pt x="22935" y="7981"/>
                  </a:cubicBezTo>
                  <a:cubicBezTo>
                    <a:pt x="22705" y="8330"/>
                    <a:pt x="22665" y="8770"/>
                    <a:pt x="22815" y="9160"/>
                  </a:cubicBezTo>
                  <a:cubicBezTo>
                    <a:pt x="22975" y="9550"/>
                    <a:pt x="23315" y="9840"/>
                    <a:pt x="23715" y="9940"/>
                  </a:cubicBezTo>
                  <a:cubicBezTo>
                    <a:pt x="23425" y="10240"/>
                    <a:pt x="23305" y="10660"/>
                    <a:pt x="23385" y="11070"/>
                  </a:cubicBezTo>
                  <a:cubicBezTo>
                    <a:pt x="23465" y="11490"/>
                    <a:pt x="23735" y="11830"/>
                    <a:pt x="24115" y="12010"/>
                  </a:cubicBezTo>
                  <a:cubicBezTo>
                    <a:pt x="23775" y="12249"/>
                    <a:pt x="23575" y="12639"/>
                    <a:pt x="23575" y="13059"/>
                  </a:cubicBezTo>
                  <a:lnTo>
                    <a:pt x="23575" y="13089"/>
                  </a:lnTo>
                  <a:cubicBezTo>
                    <a:pt x="23575" y="13499"/>
                    <a:pt x="23775" y="13899"/>
                    <a:pt x="24125" y="14139"/>
                  </a:cubicBezTo>
                  <a:cubicBezTo>
                    <a:pt x="23745" y="14309"/>
                    <a:pt x="23465" y="14659"/>
                    <a:pt x="23395" y="15069"/>
                  </a:cubicBezTo>
                  <a:cubicBezTo>
                    <a:pt x="23315" y="15479"/>
                    <a:pt x="23435" y="15909"/>
                    <a:pt x="23725" y="16209"/>
                  </a:cubicBezTo>
                  <a:cubicBezTo>
                    <a:pt x="23315" y="16308"/>
                    <a:pt x="22985" y="16598"/>
                    <a:pt x="22825" y="16988"/>
                  </a:cubicBezTo>
                  <a:cubicBezTo>
                    <a:pt x="22675" y="17368"/>
                    <a:pt x="22715" y="17818"/>
                    <a:pt x="22945" y="18168"/>
                  </a:cubicBezTo>
                  <a:cubicBezTo>
                    <a:pt x="22525" y="18188"/>
                    <a:pt x="22145" y="18408"/>
                    <a:pt x="21915" y="18758"/>
                  </a:cubicBezTo>
                  <a:cubicBezTo>
                    <a:pt x="21685" y="19108"/>
                    <a:pt x="21645" y="19548"/>
                    <a:pt x="21805" y="19938"/>
                  </a:cubicBezTo>
                  <a:cubicBezTo>
                    <a:pt x="21744" y="19929"/>
                    <a:pt x="21683" y="19925"/>
                    <a:pt x="21622" y="19925"/>
                  </a:cubicBezTo>
                  <a:cubicBezTo>
                    <a:pt x="21266" y="19925"/>
                    <a:pt x="20923" y="20071"/>
                    <a:pt x="20676" y="20327"/>
                  </a:cubicBezTo>
                  <a:cubicBezTo>
                    <a:pt x="20386" y="20627"/>
                    <a:pt x="20266" y="21057"/>
                    <a:pt x="20346" y="21467"/>
                  </a:cubicBezTo>
                  <a:cubicBezTo>
                    <a:pt x="20205" y="21418"/>
                    <a:pt x="20058" y="21393"/>
                    <a:pt x="19913" y="21393"/>
                  </a:cubicBezTo>
                  <a:cubicBezTo>
                    <a:pt x="19648" y="21393"/>
                    <a:pt x="19386" y="21475"/>
                    <a:pt x="19166" y="21637"/>
                  </a:cubicBezTo>
                  <a:cubicBezTo>
                    <a:pt x="18826" y="21877"/>
                    <a:pt x="18626" y="22277"/>
                    <a:pt x="18626" y="22687"/>
                  </a:cubicBezTo>
                  <a:cubicBezTo>
                    <a:pt x="18430" y="22573"/>
                    <a:pt x="18207" y="22515"/>
                    <a:pt x="17984" y="22515"/>
                  </a:cubicBezTo>
                  <a:cubicBezTo>
                    <a:pt x="17797" y="22515"/>
                    <a:pt x="17609" y="22555"/>
                    <a:pt x="17436" y="22637"/>
                  </a:cubicBezTo>
                  <a:cubicBezTo>
                    <a:pt x="17057" y="22807"/>
                    <a:pt x="16787" y="23157"/>
                    <a:pt x="16707" y="23567"/>
                  </a:cubicBezTo>
                  <a:cubicBezTo>
                    <a:pt x="16473" y="23363"/>
                    <a:pt x="16171" y="23250"/>
                    <a:pt x="15860" y="23250"/>
                  </a:cubicBezTo>
                  <a:cubicBezTo>
                    <a:pt x="15759" y="23250"/>
                    <a:pt x="15657" y="23262"/>
                    <a:pt x="15557" y="23287"/>
                  </a:cubicBezTo>
                  <a:cubicBezTo>
                    <a:pt x="15147" y="23387"/>
                    <a:pt x="14817" y="23677"/>
                    <a:pt x="14657" y="24067"/>
                  </a:cubicBezTo>
                  <a:cubicBezTo>
                    <a:pt x="14419" y="23752"/>
                    <a:pt x="14036" y="23565"/>
                    <a:pt x="13638" y="23565"/>
                  </a:cubicBezTo>
                  <a:cubicBezTo>
                    <a:pt x="13618" y="23565"/>
                    <a:pt x="13598" y="23566"/>
                    <a:pt x="13577" y="23567"/>
                  </a:cubicBezTo>
                  <a:cubicBezTo>
                    <a:pt x="13158" y="23587"/>
                    <a:pt x="12778" y="23807"/>
                    <a:pt x="12558" y="24157"/>
                  </a:cubicBezTo>
                  <a:cubicBezTo>
                    <a:pt x="12358" y="23787"/>
                    <a:pt x="11998" y="23527"/>
                    <a:pt x="11588" y="23477"/>
                  </a:cubicBezTo>
                  <a:cubicBezTo>
                    <a:pt x="11528" y="23467"/>
                    <a:pt x="11458" y="23467"/>
                    <a:pt x="11398" y="23467"/>
                  </a:cubicBezTo>
                  <a:cubicBezTo>
                    <a:pt x="11038" y="23467"/>
                    <a:pt x="10708" y="23617"/>
                    <a:pt x="10458" y="23877"/>
                  </a:cubicBezTo>
                  <a:cubicBezTo>
                    <a:pt x="10348" y="23477"/>
                    <a:pt x="10038" y="23157"/>
                    <a:pt x="9638" y="23017"/>
                  </a:cubicBezTo>
                  <a:cubicBezTo>
                    <a:pt x="9504" y="22969"/>
                    <a:pt x="9364" y="22945"/>
                    <a:pt x="9224" y="22945"/>
                  </a:cubicBezTo>
                  <a:cubicBezTo>
                    <a:pt x="8957" y="22945"/>
                    <a:pt x="8691" y="23030"/>
                    <a:pt x="8469" y="23187"/>
                  </a:cubicBezTo>
                  <a:cubicBezTo>
                    <a:pt x="8429" y="22767"/>
                    <a:pt x="8189" y="22397"/>
                    <a:pt x="7829" y="22187"/>
                  </a:cubicBezTo>
                  <a:cubicBezTo>
                    <a:pt x="7633" y="22073"/>
                    <a:pt x="7410" y="22015"/>
                    <a:pt x="7186" y="22015"/>
                  </a:cubicBezTo>
                  <a:cubicBezTo>
                    <a:pt x="6999" y="22015"/>
                    <a:pt x="6812" y="22055"/>
                    <a:pt x="6639" y="22137"/>
                  </a:cubicBezTo>
                  <a:cubicBezTo>
                    <a:pt x="6679" y="21717"/>
                    <a:pt x="6519" y="21307"/>
                    <a:pt x="6199" y="21027"/>
                  </a:cubicBezTo>
                  <a:cubicBezTo>
                    <a:pt x="5965" y="20824"/>
                    <a:pt x="5657" y="20711"/>
                    <a:pt x="5348" y="20711"/>
                  </a:cubicBezTo>
                  <a:cubicBezTo>
                    <a:pt x="5248" y="20711"/>
                    <a:pt x="5148" y="20723"/>
                    <a:pt x="5050" y="20747"/>
                  </a:cubicBezTo>
                  <a:cubicBezTo>
                    <a:pt x="5169" y="20347"/>
                    <a:pt x="5080" y="19918"/>
                    <a:pt x="4820" y="19588"/>
                  </a:cubicBezTo>
                  <a:cubicBezTo>
                    <a:pt x="4573" y="19274"/>
                    <a:pt x="4200" y="19096"/>
                    <a:pt x="3803" y="19096"/>
                  </a:cubicBezTo>
                  <a:cubicBezTo>
                    <a:pt x="3782" y="19096"/>
                    <a:pt x="3761" y="19097"/>
                    <a:pt x="3740" y="19098"/>
                  </a:cubicBezTo>
                  <a:cubicBezTo>
                    <a:pt x="3930" y="18728"/>
                    <a:pt x="3930" y="18278"/>
                    <a:pt x="3740" y="17908"/>
                  </a:cubicBezTo>
                  <a:cubicBezTo>
                    <a:pt x="3550" y="17538"/>
                    <a:pt x="3190" y="17278"/>
                    <a:pt x="2770" y="17218"/>
                  </a:cubicBezTo>
                  <a:cubicBezTo>
                    <a:pt x="3030" y="16898"/>
                    <a:pt x="3120" y="16458"/>
                    <a:pt x="3000" y="16059"/>
                  </a:cubicBezTo>
                  <a:cubicBezTo>
                    <a:pt x="2880" y="15659"/>
                    <a:pt x="2580" y="15339"/>
                    <a:pt x="2180" y="15199"/>
                  </a:cubicBezTo>
                  <a:cubicBezTo>
                    <a:pt x="2500" y="14929"/>
                    <a:pt x="2660" y="14519"/>
                    <a:pt x="2620" y="14099"/>
                  </a:cubicBezTo>
                  <a:cubicBezTo>
                    <a:pt x="2580" y="13679"/>
                    <a:pt x="2340" y="13309"/>
                    <a:pt x="1980" y="13099"/>
                  </a:cubicBezTo>
                  <a:cubicBezTo>
                    <a:pt x="2340" y="12889"/>
                    <a:pt x="2580" y="12519"/>
                    <a:pt x="2620" y="12100"/>
                  </a:cubicBezTo>
                  <a:cubicBezTo>
                    <a:pt x="2660" y="11680"/>
                    <a:pt x="2490" y="11270"/>
                    <a:pt x="2180" y="11000"/>
                  </a:cubicBezTo>
                  <a:cubicBezTo>
                    <a:pt x="2570" y="10860"/>
                    <a:pt x="2880" y="10540"/>
                    <a:pt x="2990" y="10140"/>
                  </a:cubicBezTo>
                  <a:cubicBezTo>
                    <a:pt x="3110" y="9740"/>
                    <a:pt x="3020" y="9310"/>
                    <a:pt x="2770" y="8980"/>
                  </a:cubicBezTo>
                  <a:cubicBezTo>
                    <a:pt x="3180" y="8920"/>
                    <a:pt x="3540" y="8660"/>
                    <a:pt x="3730" y="8290"/>
                  </a:cubicBezTo>
                  <a:cubicBezTo>
                    <a:pt x="3920" y="7921"/>
                    <a:pt x="3920" y="7481"/>
                    <a:pt x="3730" y="7101"/>
                  </a:cubicBezTo>
                  <a:lnTo>
                    <a:pt x="3730" y="7101"/>
                  </a:lnTo>
                  <a:cubicBezTo>
                    <a:pt x="3751" y="7102"/>
                    <a:pt x="3772" y="7102"/>
                    <a:pt x="3793" y="7102"/>
                  </a:cubicBezTo>
                  <a:cubicBezTo>
                    <a:pt x="4190" y="7102"/>
                    <a:pt x="4563" y="6924"/>
                    <a:pt x="4810" y="6611"/>
                  </a:cubicBezTo>
                  <a:cubicBezTo>
                    <a:pt x="5070" y="6281"/>
                    <a:pt x="5149" y="5841"/>
                    <a:pt x="5030" y="5441"/>
                  </a:cubicBezTo>
                  <a:lnTo>
                    <a:pt x="5030" y="5441"/>
                  </a:lnTo>
                  <a:cubicBezTo>
                    <a:pt x="5133" y="5466"/>
                    <a:pt x="5238" y="5479"/>
                    <a:pt x="5343" y="5479"/>
                  </a:cubicBezTo>
                  <a:cubicBezTo>
                    <a:pt x="5650" y="5479"/>
                    <a:pt x="5950" y="5370"/>
                    <a:pt x="6189" y="5161"/>
                  </a:cubicBezTo>
                  <a:cubicBezTo>
                    <a:pt x="6499" y="4891"/>
                    <a:pt x="6669" y="4471"/>
                    <a:pt x="6629" y="4062"/>
                  </a:cubicBezTo>
                  <a:lnTo>
                    <a:pt x="6629" y="4062"/>
                  </a:lnTo>
                  <a:cubicBezTo>
                    <a:pt x="6799" y="4138"/>
                    <a:pt x="6981" y="4176"/>
                    <a:pt x="7162" y="4176"/>
                  </a:cubicBezTo>
                  <a:cubicBezTo>
                    <a:pt x="7387" y="4176"/>
                    <a:pt x="7610" y="4118"/>
                    <a:pt x="7809" y="4002"/>
                  </a:cubicBezTo>
                  <a:cubicBezTo>
                    <a:pt x="8169" y="3792"/>
                    <a:pt x="8409" y="3422"/>
                    <a:pt x="8449" y="3002"/>
                  </a:cubicBezTo>
                  <a:cubicBezTo>
                    <a:pt x="8671" y="3159"/>
                    <a:pt x="8937" y="3239"/>
                    <a:pt x="9206" y="3239"/>
                  </a:cubicBezTo>
                  <a:cubicBezTo>
                    <a:pt x="9348" y="3239"/>
                    <a:pt x="9490" y="3217"/>
                    <a:pt x="9628" y="3172"/>
                  </a:cubicBezTo>
                  <a:cubicBezTo>
                    <a:pt x="10018" y="3032"/>
                    <a:pt x="10318" y="2712"/>
                    <a:pt x="10438" y="2312"/>
                  </a:cubicBezTo>
                  <a:cubicBezTo>
                    <a:pt x="10681" y="2563"/>
                    <a:pt x="11014" y="2709"/>
                    <a:pt x="11363" y="2709"/>
                  </a:cubicBezTo>
                  <a:cubicBezTo>
                    <a:pt x="11431" y="2709"/>
                    <a:pt x="11499" y="2703"/>
                    <a:pt x="11568" y="2692"/>
                  </a:cubicBezTo>
                  <a:cubicBezTo>
                    <a:pt x="11978" y="2632"/>
                    <a:pt x="12338" y="2382"/>
                    <a:pt x="12528" y="2012"/>
                  </a:cubicBezTo>
                  <a:close/>
                  <a:moveTo>
                    <a:pt x="13594" y="0"/>
                  </a:moveTo>
                  <a:cubicBezTo>
                    <a:pt x="13122" y="0"/>
                    <a:pt x="12686" y="274"/>
                    <a:pt x="12458" y="702"/>
                  </a:cubicBezTo>
                  <a:cubicBezTo>
                    <a:pt x="12221" y="325"/>
                    <a:pt x="11807" y="110"/>
                    <a:pt x="11372" y="110"/>
                  </a:cubicBezTo>
                  <a:cubicBezTo>
                    <a:pt x="11311" y="110"/>
                    <a:pt x="11249" y="114"/>
                    <a:pt x="11188" y="122"/>
                  </a:cubicBezTo>
                  <a:cubicBezTo>
                    <a:pt x="10688" y="192"/>
                    <a:pt x="10278" y="552"/>
                    <a:pt x="10128" y="1042"/>
                  </a:cubicBezTo>
                  <a:cubicBezTo>
                    <a:pt x="9880" y="780"/>
                    <a:pt x="9542" y="639"/>
                    <a:pt x="9196" y="639"/>
                  </a:cubicBezTo>
                  <a:cubicBezTo>
                    <a:pt x="9053" y="639"/>
                    <a:pt x="8909" y="663"/>
                    <a:pt x="8769" y="712"/>
                  </a:cubicBezTo>
                  <a:cubicBezTo>
                    <a:pt x="8289" y="872"/>
                    <a:pt x="7959" y="1302"/>
                    <a:pt x="7909" y="1812"/>
                  </a:cubicBezTo>
                  <a:cubicBezTo>
                    <a:pt x="7685" y="1654"/>
                    <a:pt x="7419" y="1573"/>
                    <a:pt x="7153" y="1573"/>
                  </a:cubicBezTo>
                  <a:cubicBezTo>
                    <a:pt x="6931" y="1573"/>
                    <a:pt x="6709" y="1629"/>
                    <a:pt x="6509" y="1742"/>
                  </a:cubicBezTo>
                  <a:cubicBezTo>
                    <a:pt x="6069" y="2002"/>
                    <a:pt x="5819" y="2492"/>
                    <a:pt x="5869" y="2992"/>
                  </a:cubicBezTo>
                  <a:cubicBezTo>
                    <a:pt x="5698" y="2914"/>
                    <a:pt x="5516" y="2876"/>
                    <a:pt x="5336" y="2876"/>
                  </a:cubicBezTo>
                  <a:cubicBezTo>
                    <a:pt x="5030" y="2876"/>
                    <a:pt x="4728" y="2984"/>
                    <a:pt x="4490" y="3192"/>
                  </a:cubicBezTo>
                  <a:cubicBezTo>
                    <a:pt x="4110" y="3532"/>
                    <a:pt x="3950" y="4052"/>
                    <a:pt x="4100" y="4541"/>
                  </a:cubicBezTo>
                  <a:cubicBezTo>
                    <a:pt x="3997" y="4517"/>
                    <a:pt x="3894" y="4505"/>
                    <a:pt x="3792" y="4505"/>
                  </a:cubicBezTo>
                  <a:cubicBezTo>
                    <a:pt x="3398" y="4505"/>
                    <a:pt x="3024" y="4684"/>
                    <a:pt x="2770" y="5001"/>
                  </a:cubicBezTo>
                  <a:cubicBezTo>
                    <a:pt x="2460" y="5401"/>
                    <a:pt x="2410" y="5941"/>
                    <a:pt x="2640" y="6391"/>
                  </a:cubicBezTo>
                  <a:cubicBezTo>
                    <a:pt x="2623" y="6390"/>
                    <a:pt x="2605" y="6390"/>
                    <a:pt x="2588" y="6390"/>
                  </a:cubicBezTo>
                  <a:cubicBezTo>
                    <a:pt x="2107" y="6390"/>
                    <a:pt x="1652" y="6656"/>
                    <a:pt x="1430" y="7091"/>
                  </a:cubicBezTo>
                  <a:cubicBezTo>
                    <a:pt x="1200" y="7541"/>
                    <a:pt x="1250" y="8091"/>
                    <a:pt x="1570" y="8490"/>
                  </a:cubicBezTo>
                  <a:cubicBezTo>
                    <a:pt x="1061" y="8560"/>
                    <a:pt x="651" y="8920"/>
                    <a:pt x="511" y="9400"/>
                  </a:cubicBezTo>
                  <a:cubicBezTo>
                    <a:pt x="371" y="9890"/>
                    <a:pt x="521" y="10410"/>
                    <a:pt x="911" y="10740"/>
                  </a:cubicBezTo>
                  <a:cubicBezTo>
                    <a:pt x="431" y="10910"/>
                    <a:pt x="91" y="11340"/>
                    <a:pt x="41" y="11850"/>
                  </a:cubicBezTo>
                  <a:cubicBezTo>
                    <a:pt x="1" y="12349"/>
                    <a:pt x="251" y="12839"/>
                    <a:pt x="681" y="13089"/>
                  </a:cubicBezTo>
                  <a:cubicBezTo>
                    <a:pt x="251" y="13339"/>
                    <a:pt x="1" y="13829"/>
                    <a:pt x="51" y="14329"/>
                  </a:cubicBezTo>
                  <a:cubicBezTo>
                    <a:pt x="91" y="14839"/>
                    <a:pt x="431" y="15269"/>
                    <a:pt x="911" y="15429"/>
                  </a:cubicBezTo>
                  <a:cubicBezTo>
                    <a:pt x="531" y="15759"/>
                    <a:pt x="371" y="16288"/>
                    <a:pt x="521" y="16778"/>
                  </a:cubicBezTo>
                  <a:cubicBezTo>
                    <a:pt x="661" y="17258"/>
                    <a:pt x="1070" y="17618"/>
                    <a:pt x="1580" y="17688"/>
                  </a:cubicBezTo>
                  <a:cubicBezTo>
                    <a:pt x="1260" y="18088"/>
                    <a:pt x="1210" y="18638"/>
                    <a:pt x="1440" y="19088"/>
                  </a:cubicBezTo>
                  <a:cubicBezTo>
                    <a:pt x="1668" y="19515"/>
                    <a:pt x="2103" y="19780"/>
                    <a:pt x="2583" y="19780"/>
                  </a:cubicBezTo>
                  <a:cubicBezTo>
                    <a:pt x="2609" y="19780"/>
                    <a:pt x="2634" y="19779"/>
                    <a:pt x="2660" y="19778"/>
                  </a:cubicBezTo>
                  <a:lnTo>
                    <a:pt x="2660" y="19778"/>
                  </a:lnTo>
                  <a:cubicBezTo>
                    <a:pt x="2430" y="20228"/>
                    <a:pt x="2480" y="20777"/>
                    <a:pt x="2790" y="21177"/>
                  </a:cubicBezTo>
                  <a:cubicBezTo>
                    <a:pt x="3044" y="21487"/>
                    <a:pt x="3417" y="21664"/>
                    <a:pt x="3811" y="21664"/>
                  </a:cubicBezTo>
                  <a:cubicBezTo>
                    <a:pt x="3913" y="21664"/>
                    <a:pt x="4017" y="21652"/>
                    <a:pt x="4120" y="21627"/>
                  </a:cubicBezTo>
                  <a:lnTo>
                    <a:pt x="4120" y="21627"/>
                  </a:lnTo>
                  <a:cubicBezTo>
                    <a:pt x="3970" y="22117"/>
                    <a:pt x="4130" y="22637"/>
                    <a:pt x="4510" y="22977"/>
                  </a:cubicBezTo>
                  <a:cubicBezTo>
                    <a:pt x="4754" y="23177"/>
                    <a:pt x="5056" y="23283"/>
                    <a:pt x="5362" y="23283"/>
                  </a:cubicBezTo>
                  <a:cubicBezTo>
                    <a:pt x="5544" y="23283"/>
                    <a:pt x="5727" y="23245"/>
                    <a:pt x="5899" y="23167"/>
                  </a:cubicBezTo>
                  <a:lnTo>
                    <a:pt x="5899" y="23167"/>
                  </a:lnTo>
                  <a:cubicBezTo>
                    <a:pt x="5849" y="23667"/>
                    <a:pt x="6099" y="24157"/>
                    <a:pt x="6539" y="24416"/>
                  </a:cubicBezTo>
                  <a:cubicBezTo>
                    <a:pt x="6739" y="24530"/>
                    <a:pt x="6961" y="24586"/>
                    <a:pt x="7183" y="24586"/>
                  </a:cubicBezTo>
                  <a:cubicBezTo>
                    <a:pt x="7449" y="24586"/>
                    <a:pt x="7715" y="24505"/>
                    <a:pt x="7939" y="24347"/>
                  </a:cubicBezTo>
                  <a:cubicBezTo>
                    <a:pt x="7989" y="24846"/>
                    <a:pt x="8329" y="25276"/>
                    <a:pt x="8809" y="25446"/>
                  </a:cubicBezTo>
                  <a:cubicBezTo>
                    <a:pt x="8945" y="25493"/>
                    <a:pt x="9087" y="25516"/>
                    <a:pt x="9229" y="25516"/>
                  </a:cubicBezTo>
                  <a:cubicBezTo>
                    <a:pt x="9576" y="25516"/>
                    <a:pt x="9920" y="25379"/>
                    <a:pt x="10168" y="25116"/>
                  </a:cubicBezTo>
                  <a:cubicBezTo>
                    <a:pt x="10308" y="25596"/>
                    <a:pt x="10718" y="25956"/>
                    <a:pt x="11228" y="26026"/>
                  </a:cubicBezTo>
                  <a:cubicBezTo>
                    <a:pt x="11289" y="26035"/>
                    <a:pt x="11351" y="26039"/>
                    <a:pt x="11411" y="26039"/>
                  </a:cubicBezTo>
                  <a:cubicBezTo>
                    <a:pt x="11845" y="26039"/>
                    <a:pt x="12252" y="25823"/>
                    <a:pt x="12498" y="25446"/>
                  </a:cubicBezTo>
                  <a:cubicBezTo>
                    <a:pt x="12718" y="25876"/>
                    <a:pt x="13158" y="26146"/>
                    <a:pt x="13647" y="26146"/>
                  </a:cubicBezTo>
                  <a:lnTo>
                    <a:pt x="13707" y="26146"/>
                  </a:lnTo>
                  <a:cubicBezTo>
                    <a:pt x="14217" y="26126"/>
                    <a:pt x="14657" y="25806"/>
                    <a:pt x="14847" y="25336"/>
                  </a:cubicBezTo>
                  <a:cubicBezTo>
                    <a:pt x="15093" y="25654"/>
                    <a:pt x="15472" y="25833"/>
                    <a:pt x="15863" y="25833"/>
                  </a:cubicBezTo>
                  <a:cubicBezTo>
                    <a:pt x="15964" y="25833"/>
                    <a:pt x="16066" y="25821"/>
                    <a:pt x="16167" y="25796"/>
                  </a:cubicBezTo>
                  <a:cubicBezTo>
                    <a:pt x="16657" y="25676"/>
                    <a:pt x="17037" y="25286"/>
                    <a:pt x="17137" y="24786"/>
                  </a:cubicBezTo>
                  <a:cubicBezTo>
                    <a:pt x="17375" y="24994"/>
                    <a:pt x="17677" y="25102"/>
                    <a:pt x="17985" y="25102"/>
                  </a:cubicBezTo>
                  <a:cubicBezTo>
                    <a:pt x="18167" y="25102"/>
                    <a:pt x="18352" y="25064"/>
                    <a:pt x="18526" y="24986"/>
                  </a:cubicBezTo>
                  <a:cubicBezTo>
                    <a:pt x="18976" y="24766"/>
                    <a:pt x="19276" y="24307"/>
                    <a:pt x="19276" y="23807"/>
                  </a:cubicBezTo>
                  <a:cubicBezTo>
                    <a:pt x="19471" y="23920"/>
                    <a:pt x="19691" y="23976"/>
                    <a:pt x="19911" y="23976"/>
                  </a:cubicBezTo>
                  <a:cubicBezTo>
                    <a:pt x="20176" y="23976"/>
                    <a:pt x="20442" y="23895"/>
                    <a:pt x="20666" y="23737"/>
                  </a:cubicBezTo>
                  <a:cubicBezTo>
                    <a:pt x="21086" y="23437"/>
                    <a:pt x="21286" y="22937"/>
                    <a:pt x="21186" y="22437"/>
                  </a:cubicBezTo>
                  <a:lnTo>
                    <a:pt x="21186" y="22437"/>
                  </a:lnTo>
                  <a:cubicBezTo>
                    <a:pt x="21326" y="22487"/>
                    <a:pt x="21470" y="22511"/>
                    <a:pt x="21613" y="22511"/>
                  </a:cubicBezTo>
                  <a:cubicBezTo>
                    <a:pt x="21959" y="22511"/>
                    <a:pt x="22297" y="22369"/>
                    <a:pt x="22545" y="22107"/>
                  </a:cubicBezTo>
                  <a:cubicBezTo>
                    <a:pt x="22895" y="21737"/>
                    <a:pt x="22995" y="21197"/>
                    <a:pt x="22815" y="20727"/>
                  </a:cubicBezTo>
                  <a:lnTo>
                    <a:pt x="22815" y="20727"/>
                  </a:lnTo>
                  <a:cubicBezTo>
                    <a:pt x="22881" y="20738"/>
                    <a:pt x="22947" y="20743"/>
                    <a:pt x="23012" y="20743"/>
                  </a:cubicBezTo>
                  <a:cubicBezTo>
                    <a:pt x="23441" y="20743"/>
                    <a:pt x="23842" y="20521"/>
                    <a:pt x="24085" y="20148"/>
                  </a:cubicBezTo>
                  <a:cubicBezTo>
                    <a:pt x="24355" y="19728"/>
                    <a:pt x="24355" y="19178"/>
                    <a:pt x="24085" y="18748"/>
                  </a:cubicBezTo>
                  <a:cubicBezTo>
                    <a:pt x="24585" y="18728"/>
                    <a:pt x="25035" y="18408"/>
                    <a:pt x="25225" y="17938"/>
                  </a:cubicBezTo>
                  <a:cubicBezTo>
                    <a:pt x="25415" y="17468"/>
                    <a:pt x="25305" y="16928"/>
                    <a:pt x="24955" y="16568"/>
                  </a:cubicBezTo>
                  <a:cubicBezTo>
                    <a:pt x="25455" y="16448"/>
                    <a:pt x="25824" y="16049"/>
                    <a:pt x="25924" y="15549"/>
                  </a:cubicBezTo>
                  <a:cubicBezTo>
                    <a:pt x="26014" y="15059"/>
                    <a:pt x="25814" y="14549"/>
                    <a:pt x="25405" y="14259"/>
                  </a:cubicBezTo>
                  <a:cubicBezTo>
                    <a:pt x="25864" y="14039"/>
                    <a:pt x="26154" y="13579"/>
                    <a:pt x="26154" y="13079"/>
                  </a:cubicBezTo>
                  <a:lnTo>
                    <a:pt x="26154" y="13069"/>
                  </a:lnTo>
                  <a:lnTo>
                    <a:pt x="26154" y="13049"/>
                  </a:lnTo>
                  <a:cubicBezTo>
                    <a:pt x="26154" y="12539"/>
                    <a:pt x="25854" y="12080"/>
                    <a:pt x="25395" y="11880"/>
                  </a:cubicBezTo>
                  <a:cubicBezTo>
                    <a:pt x="25804" y="11580"/>
                    <a:pt x="26004" y="11070"/>
                    <a:pt x="25914" y="10580"/>
                  </a:cubicBezTo>
                  <a:cubicBezTo>
                    <a:pt x="25814" y="10080"/>
                    <a:pt x="25435" y="9680"/>
                    <a:pt x="24945" y="9560"/>
                  </a:cubicBezTo>
                  <a:cubicBezTo>
                    <a:pt x="25295" y="9200"/>
                    <a:pt x="25395" y="8660"/>
                    <a:pt x="25205" y="8190"/>
                  </a:cubicBezTo>
                  <a:cubicBezTo>
                    <a:pt x="25015" y="7721"/>
                    <a:pt x="24575" y="7401"/>
                    <a:pt x="24065" y="7381"/>
                  </a:cubicBezTo>
                  <a:cubicBezTo>
                    <a:pt x="24335" y="6951"/>
                    <a:pt x="24335" y="6411"/>
                    <a:pt x="24065" y="5981"/>
                  </a:cubicBezTo>
                  <a:cubicBezTo>
                    <a:pt x="23819" y="5604"/>
                    <a:pt x="23412" y="5388"/>
                    <a:pt x="22978" y="5388"/>
                  </a:cubicBezTo>
                  <a:cubicBezTo>
                    <a:pt x="22918" y="5388"/>
                    <a:pt x="22857" y="5393"/>
                    <a:pt x="22795" y="5401"/>
                  </a:cubicBezTo>
                  <a:cubicBezTo>
                    <a:pt x="22975" y="4931"/>
                    <a:pt x="22875" y="4391"/>
                    <a:pt x="22525" y="4032"/>
                  </a:cubicBezTo>
                  <a:cubicBezTo>
                    <a:pt x="22277" y="3770"/>
                    <a:pt x="21939" y="3628"/>
                    <a:pt x="21593" y="3628"/>
                  </a:cubicBezTo>
                  <a:cubicBezTo>
                    <a:pt x="21450" y="3628"/>
                    <a:pt x="21306" y="3652"/>
                    <a:pt x="21166" y="3702"/>
                  </a:cubicBezTo>
                  <a:cubicBezTo>
                    <a:pt x="21256" y="3202"/>
                    <a:pt x="21056" y="2692"/>
                    <a:pt x="20646" y="2402"/>
                  </a:cubicBezTo>
                  <a:cubicBezTo>
                    <a:pt x="20419" y="2245"/>
                    <a:pt x="20156" y="2164"/>
                    <a:pt x="19894" y="2164"/>
                  </a:cubicBezTo>
                  <a:cubicBezTo>
                    <a:pt x="19671" y="2164"/>
                    <a:pt x="19448" y="2223"/>
                    <a:pt x="19246" y="2342"/>
                  </a:cubicBezTo>
                  <a:cubicBezTo>
                    <a:pt x="19246" y="1832"/>
                    <a:pt x="18946" y="1372"/>
                    <a:pt x="18486" y="1162"/>
                  </a:cubicBezTo>
                  <a:cubicBezTo>
                    <a:pt x="18315" y="1084"/>
                    <a:pt x="18133" y="1046"/>
                    <a:pt x="17952" y="1046"/>
                  </a:cubicBezTo>
                  <a:cubicBezTo>
                    <a:pt x="17646" y="1046"/>
                    <a:pt x="17342" y="1155"/>
                    <a:pt x="17097" y="1362"/>
                  </a:cubicBezTo>
                  <a:cubicBezTo>
                    <a:pt x="17007" y="862"/>
                    <a:pt x="16627" y="472"/>
                    <a:pt x="16137" y="352"/>
                  </a:cubicBezTo>
                  <a:cubicBezTo>
                    <a:pt x="16034" y="328"/>
                    <a:pt x="15931" y="316"/>
                    <a:pt x="15829" y="316"/>
                  </a:cubicBezTo>
                  <a:cubicBezTo>
                    <a:pt x="15435" y="316"/>
                    <a:pt x="15061" y="495"/>
                    <a:pt x="14807" y="812"/>
                  </a:cubicBezTo>
                  <a:cubicBezTo>
                    <a:pt x="14627" y="342"/>
                    <a:pt x="14177" y="23"/>
                    <a:pt x="13667" y="3"/>
                  </a:cubicBezTo>
                  <a:cubicBezTo>
                    <a:pt x="13643" y="1"/>
                    <a:pt x="13619" y="0"/>
                    <a:pt x="135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5"/>
            <p:cNvSpPr/>
            <p:nvPr/>
          </p:nvSpPr>
          <p:spPr>
            <a:xfrm>
              <a:off x="2404575" y="3332600"/>
              <a:ext cx="656625" cy="656625"/>
            </a:xfrm>
            <a:custGeom>
              <a:avLst/>
              <a:gdLst/>
              <a:ahLst/>
              <a:cxnLst/>
              <a:rect l="l" t="t" r="r" b="b"/>
              <a:pathLst>
                <a:path w="26265" h="26265" extrusionOk="0">
                  <a:moveTo>
                    <a:pt x="21595" y="4669"/>
                  </a:moveTo>
                  <a:cubicBezTo>
                    <a:pt x="26264" y="9348"/>
                    <a:pt x="26264" y="16916"/>
                    <a:pt x="21595" y="21595"/>
                  </a:cubicBezTo>
                  <a:cubicBezTo>
                    <a:pt x="16927" y="26264"/>
                    <a:pt x="9348" y="26264"/>
                    <a:pt x="4680" y="21595"/>
                  </a:cubicBezTo>
                  <a:cubicBezTo>
                    <a:pt x="1" y="16916"/>
                    <a:pt x="1" y="9348"/>
                    <a:pt x="4680" y="4669"/>
                  </a:cubicBezTo>
                  <a:cubicBezTo>
                    <a:pt x="9348" y="1"/>
                    <a:pt x="16927" y="1"/>
                    <a:pt x="21595" y="466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5"/>
            <p:cNvSpPr/>
            <p:nvPr/>
          </p:nvSpPr>
          <p:spPr>
            <a:xfrm>
              <a:off x="2539050" y="3467075"/>
              <a:ext cx="387675" cy="387675"/>
            </a:xfrm>
            <a:custGeom>
              <a:avLst/>
              <a:gdLst/>
              <a:ahLst/>
              <a:cxnLst/>
              <a:rect l="l" t="t" r="r" b="b"/>
              <a:pathLst>
                <a:path w="15507" h="15507" extrusionOk="0">
                  <a:moveTo>
                    <a:pt x="15507" y="7758"/>
                  </a:moveTo>
                  <a:cubicBezTo>
                    <a:pt x="15507" y="12037"/>
                    <a:pt x="12038" y="15506"/>
                    <a:pt x="7759" y="15506"/>
                  </a:cubicBezTo>
                  <a:cubicBezTo>
                    <a:pt x="3470" y="15506"/>
                    <a:pt x="0" y="12037"/>
                    <a:pt x="0" y="7758"/>
                  </a:cubicBezTo>
                  <a:cubicBezTo>
                    <a:pt x="0" y="3469"/>
                    <a:pt x="3470" y="0"/>
                    <a:pt x="7759" y="0"/>
                  </a:cubicBezTo>
                  <a:cubicBezTo>
                    <a:pt x="12038" y="0"/>
                    <a:pt x="15507" y="3469"/>
                    <a:pt x="15507" y="775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5"/>
            <p:cNvSpPr/>
            <p:nvPr/>
          </p:nvSpPr>
          <p:spPr>
            <a:xfrm>
              <a:off x="2599775" y="3473575"/>
              <a:ext cx="246475" cy="288200"/>
            </a:xfrm>
            <a:custGeom>
              <a:avLst/>
              <a:gdLst/>
              <a:ahLst/>
              <a:cxnLst/>
              <a:rect l="l" t="t" r="r" b="b"/>
              <a:pathLst>
                <a:path w="9859" h="11528" extrusionOk="0">
                  <a:moveTo>
                    <a:pt x="9858" y="5689"/>
                  </a:moveTo>
                  <a:cubicBezTo>
                    <a:pt x="9858" y="2180"/>
                    <a:pt x="6039" y="0"/>
                    <a:pt x="3020" y="1790"/>
                  </a:cubicBezTo>
                  <a:cubicBezTo>
                    <a:pt x="1" y="3579"/>
                    <a:pt x="71" y="7978"/>
                    <a:pt x="3150" y="9658"/>
                  </a:cubicBezTo>
                  <a:cubicBezTo>
                    <a:pt x="3620" y="9918"/>
                    <a:pt x="3900" y="10398"/>
                    <a:pt x="3900" y="10927"/>
                  </a:cubicBezTo>
                  <a:lnTo>
                    <a:pt x="3900" y="11527"/>
                  </a:lnTo>
                  <a:lnTo>
                    <a:pt x="6739" y="11527"/>
                  </a:lnTo>
                  <a:lnTo>
                    <a:pt x="6739" y="10927"/>
                  </a:lnTo>
                  <a:cubicBezTo>
                    <a:pt x="6739" y="10398"/>
                    <a:pt x="7029" y="9908"/>
                    <a:pt x="7499" y="9658"/>
                  </a:cubicBezTo>
                  <a:cubicBezTo>
                    <a:pt x="8949" y="8868"/>
                    <a:pt x="9858" y="7348"/>
                    <a:pt x="9858" y="568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5"/>
            <p:cNvSpPr/>
            <p:nvPr/>
          </p:nvSpPr>
          <p:spPr>
            <a:xfrm>
              <a:off x="2701500" y="3778000"/>
              <a:ext cx="62525" cy="41250"/>
            </a:xfrm>
            <a:custGeom>
              <a:avLst/>
              <a:gdLst/>
              <a:ahLst/>
              <a:cxnLst/>
              <a:rect l="l" t="t" r="r" b="b"/>
              <a:pathLst>
                <a:path w="2501" h="1650" extrusionOk="0">
                  <a:moveTo>
                    <a:pt x="2500" y="0"/>
                  </a:moveTo>
                  <a:cubicBezTo>
                    <a:pt x="2500" y="910"/>
                    <a:pt x="1950" y="1650"/>
                    <a:pt x="1251" y="1650"/>
                  </a:cubicBezTo>
                  <a:cubicBezTo>
                    <a:pt x="561" y="1650"/>
                    <a:pt x="1" y="910"/>
                    <a:pt x="1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5"/>
            <p:cNvSpPr/>
            <p:nvPr/>
          </p:nvSpPr>
          <p:spPr>
            <a:xfrm>
              <a:off x="2632775" y="3528800"/>
              <a:ext cx="200225" cy="239475"/>
            </a:xfrm>
            <a:custGeom>
              <a:avLst/>
              <a:gdLst/>
              <a:ahLst/>
              <a:cxnLst/>
              <a:rect l="l" t="t" r="r" b="b"/>
              <a:pathLst>
                <a:path w="8009" h="9579" extrusionOk="0">
                  <a:moveTo>
                    <a:pt x="4499" y="5859"/>
                  </a:moveTo>
                  <a:cubicBezTo>
                    <a:pt x="4369" y="5959"/>
                    <a:pt x="4249" y="6069"/>
                    <a:pt x="4140" y="6199"/>
                  </a:cubicBezTo>
                  <a:cubicBezTo>
                    <a:pt x="4100" y="5509"/>
                    <a:pt x="4120" y="4819"/>
                    <a:pt x="4190" y="4140"/>
                  </a:cubicBezTo>
                  <a:cubicBezTo>
                    <a:pt x="6049" y="3080"/>
                    <a:pt x="4769" y="1020"/>
                    <a:pt x="4010" y="1"/>
                  </a:cubicBezTo>
                  <a:cubicBezTo>
                    <a:pt x="3250" y="1020"/>
                    <a:pt x="1970" y="3080"/>
                    <a:pt x="3830" y="4140"/>
                  </a:cubicBezTo>
                  <a:cubicBezTo>
                    <a:pt x="3890" y="4819"/>
                    <a:pt x="3910" y="5509"/>
                    <a:pt x="3880" y="6199"/>
                  </a:cubicBezTo>
                  <a:cubicBezTo>
                    <a:pt x="3760" y="6069"/>
                    <a:pt x="3640" y="5959"/>
                    <a:pt x="3510" y="5859"/>
                  </a:cubicBezTo>
                  <a:cubicBezTo>
                    <a:pt x="3510" y="4929"/>
                    <a:pt x="3060" y="3150"/>
                    <a:pt x="1" y="3610"/>
                  </a:cubicBezTo>
                  <a:cubicBezTo>
                    <a:pt x="1" y="3610"/>
                    <a:pt x="700" y="5229"/>
                    <a:pt x="1450" y="5709"/>
                  </a:cubicBezTo>
                  <a:cubicBezTo>
                    <a:pt x="2070" y="6109"/>
                    <a:pt x="3060" y="6039"/>
                    <a:pt x="3400" y="6009"/>
                  </a:cubicBezTo>
                  <a:cubicBezTo>
                    <a:pt x="3590" y="6209"/>
                    <a:pt x="3740" y="6449"/>
                    <a:pt x="3840" y="6709"/>
                  </a:cubicBezTo>
                  <a:cubicBezTo>
                    <a:pt x="3790" y="7249"/>
                    <a:pt x="3700" y="9078"/>
                    <a:pt x="3570" y="9578"/>
                  </a:cubicBezTo>
                  <a:lnTo>
                    <a:pt x="4439" y="9578"/>
                  </a:lnTo>
                  <a:cubicBezTo>
                    <a:pt x="4309" y="9078"/>
                    <a:pt x="4220" y="7249"/>
                    <a:pt x="4170" y="6709"/>
                  </a:cubicBezTo>
                  <a:cubicBezTo>
                    <a:pt x="4279" y="6449"/>
                    <a:pt x="4429" y="6209"/>
                    <a:pt x="4619" y="6009"/>
                  </a:cubicBezTo>
                  <a:cubicBezTo>
                    <a:pt x="4949" y="6039"/>
                    <a:pt x="5949" y="6109"/>
                    <a:pt x="6559" y="5709"/>
                  </a:cubicBezTo>
                  <a:cubicBezTo>
                    <a:pt x="7309" y="5229"/>
                    <a:pt x="8009" y="3610"/>
                    <a:pt x="8009" y="3610"/>
                  </a:cubicBezTo>
                  <a:cubicBezTo>
                    <a:pt x="4959" y="3150"/>
                    <a:pt x="4499" y="4929"/>
                    <a:pt x="4499" y="58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5"/>
            <p:cNvSpPr/>
            <p:nvPr/>
          </p:nvSpPr>
          <p:spPr>
            <a:xfrm>
              <a:off x="2690250" y="3758250"/>
              <a:ext cx="85275" cy="19775"/>
            </a:xfrm>
            <a:custGeom>
              <a:avLst/>
              <a:gdLst/>
              <a:ahLst/>
              <a:cxnLst/>
              <a:rect l="l" t="t" r="r" b="b"/>
              <a:pathLst>
                <a:path w="3411" h="791" extrusionOk="0">
                  <a:moveTo>
                    <a:pt x="401" y="0"/>
                  </a:moveTo>
                  <a:cubicBezTo>
                    <a:pt x="181" y="0"/>
                    <a:pt x="1" y="180"/>
                    <a:pt x="1" y="390"/>
                  </a:cubicBezTo>
                  <a:cubicBezTo>
                    <a:pt x="1" y="610"/>
                    <a:pt x="181" y="790"/>
                    <a:pt x="401" y="790"/>
                  </a:cubicBezTo>
                  <a:lnTo>
                    <a:pt x="3020" y="790"/>
                  </a:lnTo>
                  <a:cubicBezTo>
                    <a:pt x="3230" y="790"/>
                    <a:pt x="3410" y="610"/>
                    <a:pt x="3410" y="390"/>
                  </a:cubicBezTo>
                  <a:cubicBezTo>
                    <a:pt x="3410" y="180"/>
                    <a:pt x="3230" y="0"/>
                    <a:pt x="30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5"/>
            <p:cNvSpPr/>
            <p:nvPr/>
          </p:nvSpPr>
          <p:spPr>
            <a:xfrm>
              <a:off x="2468825" y="3640775"/>
              <a:ext cx="40500" cy="40275"/>
            </a:xfrm>
            <a:custGeom>
              <a:avLst/>
              <a:gdLst/>
              <a:ahLst/>
              <a:cxnLst/>
              <a:rect l="l" t="t" r="r" b="b"/>
              <a:pathLst>
                <a:path w="1620" h="1611" extrusionOk="0">
                  <a:moveTo>
                    <a:pt x="810" y="0"/>
                  </a:moveTo>
                  <a:cubicBezTo>
                    <a:pt x="370" y="0"/>
                    <a:pt x="0" y="360"/>
                    <a:pt x="0" y="810"/>
                  </a:cubicBezTo>
                  <a:cubicBezTo>
                    <a:pt x="0" y="1250"/>
                    <a:pt x="370" y="1610"/>
                    <a:pt x="810" y="1610"/>
                  </a:cubicBezTo>
                  <a:cubicBezTo>
                    <a:pt x="1260" y="1610"/>
                    <a:pt x="1620" y="1250"/>
                    <a:pt x="1620" y="810"/>
                  </a:cubicBezTo>
                  <a:cubicBezTo>
                    <a:pt x="1620" y="360"/>
                    <a:pt x="1260" y="0"/>
                    <a:pt x="8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5"/>
            <p:cNvSpPr/>
            <p:nvPr/>
          </p:nvSpPr>
          <p:spPr>
            <a:xfrm>
              <a:off x="2949700" y="3640775"/>
              <a:ext cx="47250" cy="40325"/>
            </a:xfrm>
            <a:custGeom>
              <a:avLst/>
              <a:gdLst/>
              <a:ahLst/>
              <a:cxnLst/>
              <a:rect l="l" t="t" r="r" b="b"/>
              <a:pathLst>
                <a:path w="1890" h="1613" extrusionOk="0">
                  <a:moveTo>
                    <a:pt x="1080" y="0"/>
                  </a:moveTo>
                  <a:cubicBezTo>
                    <a:pt x="360" y="0"/>
                    <a:pt x="0" y="870"/>
                    <a:pt x="510" y="1380"/>
                  </a:cubicBezTo>
                  <a:cubicBezTo>
                    <a:pt x="674" y="1541"/>
                    <a:pt x="875" y="1613"/>
                    <a:pt x="1072" y="1613"/>
                  </a:cubicBezTo>
                  <a:cubicBezTo>
                    <a:pt x="1489" y="1613"/>
                    <a:pt x="1890" y="1292"/>
                    <a:pt x="1890" y="810"/>
                  </a:cubicBezTo>
                  <a:cubicBezTo>
                    <a:pt x="1890" y="360"/>
                    <a:pt x="1520" y="0"/>
                    <a:pt x="10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1" name="Google Shape;701;p45"/>
          <p:cNvGrpSpPr/>
          <p:nvPr/>
        </p:nvGrpSpPr>
        <p:grpSpPr>
          <a:xfrm rot="599921">
            <a:off x="7676813" y="1366788"/>
            <a:ext cx="914450" cy="914450"/>
            <a:chOff x="6002200" y="3313600"/>
            <a:chExt cx="656625" cy="656625"/>
          </a:xfrm>
        </p:grpSpPr>
        <p:sp>
          <p:nvSpPr>
            <p:cNvPr id="702" name="Google Shape;702;p45"/>
            <p:cNvSpPr/>
            <p:nvPr/>
          </p:nvSpPr>
          <p:spPr>
            <a:xfrm>
              <a:off x="6004200" y="3315850"/>
              <a:ext cx="652875" cy="651875"/>
            </a:xfrm>
            <a:custGeom>
              <a:avLst/>
              <a:gdLst/>
              <a:ahLst/>
              <a:cxnLst/>
              <a:rect l="l" t="t" r="r" b="b"/>
              <a:pathLst>
                <a:path w="26115" h="26075" extrusionOk="0">
                  <a:moveTo>
                    <a:pt x="12297" y="1"/>
                  </a:moveTo>
                  <a:lnTo>
                    <a:pt x="11598" y="561"/>
                  </a:lnTo>
                  <a:lnTo>
                    <a:pt x="10788" y="181"/>
                  </a:lnTo>
                  <a:lnTo>
                    <a:pt x="10158" y="820"/>
                  </a:lnTo>
                  <a:lnTo>
                    <a:pt x="9308" y="531"/>
                  </a:lnTo>
                  <a:lnTo>
                    <a:pt x="8758" y="1230"/>
                  </a:lnTo>
                  <a:lnTo>
                    <a:pt x="7879" y="1050"/>
                  </a:lnTo>
                  <a:lnTo>
                    <a:pt x="7419" y="1810"/>
                  </a:lnTo>
                  <a:lnTo>
                    <a:pt x="6529" y="1730"/>
                  </a:lnTo>
                  <a:lnTo>
                    <a:pt x="6149" y="2550"/>
                  </a:lnTo>
                  <a:lnTo>
                    <a:pt x="5259" y="2560"/>
                  </a:lnTo>
                  <a:lnTo>
                    <a:pt x="4979" y="3420"/>
                  </a:lnTo>
                  <a:lnTo>
                    <a:pt x="4090" y="3540"/>
                  </a:lnTo>
                  <a:lnTo>
                    <a:pt x="3920" y="4420"/>
                  </a:lnTo>
                  <a:lnTo>
                    <a:pt x="3050" y="4650"/>
                  </a:lnTo>
                  <a:lnTo>
                    <a:pt x="2980" y="5539"/>
                  </a:lnTo>
                  <a:lnTo>
                    <a:pt x="2140" y="5859"/>
                  </a:lnTo>
                  <a:lnTo>
                    <a:pt x="2180" y="6759"/>
                  </a:lnTo>
                  <a:lnTo>
                    <a:pt x="1380" y="7179"/>
                  </a:lnTo>
                  <a:lnTo>
                    <a:pt x="1520" y="8069"/>
                  </a:lnTo>
                  <a:lnTo>
                    <a:pt x="780" y="8569"/>
                  </a:lnTo>
                  <a:lnTo>
                    <a:pt x="1020" y="9438"/>
                  </a:lnTo>
                  <a:lnTo>
                    <a:pt x="340" y="10028"/>
                  </a:lnTo>
                  <a:lnTo>
                    <a:pt x="680" y="10858"/>
                  </a:lnTo>
                  <a:lnTo>
                    <a:pt x="80" y="11528"/>
                  </a:lnTo>
                  <a:lnTo>
                    <a:pt x="520" y="12308"/>
                  </a:lnTo>
                  <a:lnTo>
                    <a:pt x="1" y="13037"/>
                  </a:lnTo>
                  <a:lnTo>
                    <a:pt x="520" y="13767"/>
                  </a:lnTo>
                  <a:lnTo>
                    <a:pt x="80" y="14557"/>
                  </a:lnTo>
                  <a:lnTo>
                    <a:pt x="680" y="15217"/>
                  </a:lnTo>
                  <a:lnTo>
                    <a:pt x="340" y="16057"/>
                  </a:lnTo>
                  <a:lnTo>
                    <a:pt x="1020" y="16647"/>
                  </a:lnTo>
                  <a:lnTo>
                    <a:pt x="780" y="17506"/>
                  </a:lnTo>
                  <a:lnTo>
                    <a:pt x="1520" y="18016"/>
                  </a:lnTo>
                  <a:lnTo>
                    <a:pt x="1380" y="18896"/>
                  </a:lnTo>
                  <a:lnTo>
                    <a:pt x="2180" y="19316"/>
                  </a:lnTo>
                  <a:lnTo>
                    <a:pt x="2140" y="20216"/>
                  </a:lnTo>
                  <a:lnTo>
                    <a:pt x="2980" y="20536"/>
                  </a:lnTo>
                  <a:lnTo>
                    <a:pt x="3050" y="21435"/>
                  </a:lnTo>
                  <a:lnTo>
                    <a:pt x="3920" y="21655"/>
                  </a:lnTo>
                  <a:lnTo>
                    <a:pt x="4090" y="22535"/>
                  </a:lnTo>
                  <a:lnTo>
                    <a:pt x="4979" y="22665"/>
                  </a:lnTo>
                  <a:lnTo>
                    <a:pt x="5259" y="23515"/>
                  </a:lnTo>
                  <a:lnTo>
                    <a:pt x="6149" y="23535"/>
                  </a:lnTo>
                  <a:lnTo>
                    <a:pt x="6519" y="24355"/>
                  </a:lnTo>
                  <a:lnTo>
                    <a:pt x="7419" y="24265"/>
                  </a:lnTo>
                  <a:lnTo>
                    <a:pt x="7879" y="25035"/>
                  </a:lnTo>
                  <a:lnTo>
                    <a:pt x="8758" y="24845"/>
                  </a:lnTo>
                  <a:lnTo>
                    <a:pt x="9308" y="25554"/>
                  </a:lnTo>
                  <a:lnTo>
                    <a:pt x="10158" y="25264"/>
                  </a:lnTo>
                  <a:lnTo>
                    <a:pt x="10788" y="25904"/>
                  </a:lnTo>
                  <a:lnTo>
                    <a:pt x="11598" y="25514"/>
                  </a:lnTo>
                  <a:lnTo>
                    <a:pt x="12297" y="26074"/>
                  </a:lnTo>
                  <a:lnTo>
                    <a:pt x="13057" y="25604"/>
                  </a:lnTo>
                  <a:lnTo>
                    <a:pt x="13817" y="26074"/>
                  </a:lnTo>
                  <a:lnTo>
                    <a:pt x="14517" y="25514"/>
                  </a:lnTo>
                  <a:lnTo>
                    <a:pt x="15327" y="25904"/>
                  </a:lnTo>
                  <a:lnTo>
                    <a:pt x="15957" y="25264"/>
                  </a:lnTo>
                  <a:lnTo>
                    <a:pt x="16796" y="25554"/>
                  </a:lnTo>
                  <a:lnTo>
                    <a:pt x="17356" y="24845"/>
                  </a:lnTo>
                  <a:lnTo>
                    <a:pt x="18226" y="25035"/>
                  </a:lnTo>
                  <a:lnTo>
                    <a:pt x="18696" y="24265"/>
                  </a:lnTo>
                  <a:lnTo>
                    <a:pt x="19586" y="24355"/>
                  </a:lnTo>
                  <a:lnTo>
                    <a:pt x="19956" y="23535"/>
                  </a:lnTo>
                  <a:lnTo>
                    <a:pt x="20855" y="23515"/>
                  </a:lnTo>
                  <a:lnTo>
                    <a:pt x="21125" y="22665"/>
                  </a:lnTo>
                  <a:lnTo>
                    <a:pt x="22015" y="22535"/>
                  </a:lnTo>
                  <a:lnTo>
                    <a:pt x="22185" y="21655"/>
                  </a:lnTo>
                  <a:lnTo>
                    <a:pt x="23055" y="21435"/>
                  </a:lnTo>
                  <a:lnTo>
                    <a:pt x="23125" y="20536"/>
                  </a:lnTo>
                  <a:lnTo>
                    <a:pt x="23965" y="20216"/>
                  </a:lnTo>
                  <a:lnTo>
                    <a:pt x="23935" y="19316"/>
                  </a:lnTo>
                  <a:lnTo>
                    <a:pt x="24724" y="18906"/>
                  </a:lnTo>
                  <a:lnTo>
                    <a:pt x="24594" y="18016"/>
                  </a:lnTo>
                  <a:lnTo>
                    <a:pt x="25334" y="17506"/>
                  </a:lnTo>
                  <a:lnTo>
                    <a:pt x="25094" y="16647"/>
                  </a:lnTo>
                  <a:lnTo>
                    <a:pt x="25764" y="16057"/>
                  </a:lnTo>
                  <a:lnTo>
                    <a:pt x="25424" y="15227"/>
                  </a:lnTo>
                  <a:lnTo>
                    <a:pt x="26024" y="14557"/>
                  </a:lnTo>
                  <a:lnTo>
                    <a:pt x="25594" y="13767"/>
                  </a:lnTo>
                  <a:lnTo>
                    <a:pt x="26114" y="13037"/>
                  </a:lnTo>
                  <a:lnTo>
                    <a:pt x="25594" y="12308"/>
                  </a:lnTo>
                  <a:lnTo>
                    <a:pt x="26024" y="11528"/>
                  </a:lnTo>
                  <a:lnTo>
                    <a:pt x="25424" y="10858"/>
                  </a:lnTo>
                  <a:lnTo>
                    <a:pt x="25764" y="10028"/>
                  </a:lnTo>
                  <a:lnTo>
                    <a:pt x="25094" y="9438"/>
                  </a:lnTo>
                  <a:lnTo>
                    <a:pt x="25334" y="8569"/>
                  </a:lnTo>
                  <a:lnTo>
                    <a:pt x="24594" y="8069"/>
                  </a:lnTo>
                  <a:lnTo>
                    <a:pt x="24724" y="7179"/>
                  </a:lnTo>
                  <a:lnTo>
                    <a:pt x="23935" y="6759"/>
                  </a:lnTo>
                  <a:lnTo>
                    <a:pt x="23965" y="5859"/>
                  </a:lnTo>
                  <a:lnTo>
                    <a:pt x="23135" y="5539"/>
                  </a:lnTo>
                  <a:lnTo>
                    <a:pt x="23055" y="4650"/>
                  </a:lnTo>
                  <a:lnTo>
                    <a:pt x="22195" y="4420"/>
                  </a:lnTo>
                  <a:lnTo>
                    <a:pt x="22015" y="3540"/>
                  </a:lnTo>
                  <a:lnTo>
                    <a:pt x="21125" y="3420"/>
                  </a:lnTo>
                  <a:lnTo>
                    <a:pt x="20855" y="2560"/>
                  </a:lnTo>
                  <a:lnTo>
                    <a:pt x="19956" y="2550"/>
                  </a:lnTo>
                  <a:lnTo>
                    <a:pt x="19586" y="1730"/>
                  </a:lnTo>
                  <a:lnTo>
                    <a:pt x="18696" y="1810"/>
                  </a:lnTo>
                  <a:lnTo>
                    <a:pt x="18226" y="1050"/>
                  </a:lnTo>
                  <a:lnTo>
                    <a:pt x="17356" y="1230"/>
                  </a:lnTo>
                  <a:lnTo>
                    <a:pt x="16806" y="531"/>
                  </a:lnTo>
                  <a:lnTo>
                    <a:pt x="15957" y="820"/>
                  </a:lnTo>
                  <a:lnTo>
                    <a:pt x="15327" y="181"/>
                  </a:lnTo>
                  <a:lnTo>
                    <a:pt x="14517" y="561"/>
                  </a:lnTo>
                  <a:lnTo>
                    <a:pt x="13817" y="1"/>
                  </a:lnTo>
                  <a:lnTo>
                    <a:pt x="13057" y="481"/>
                  </a:lnTo>
                  <a:lnTo>
                    <a:pt x="122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5"/>
            <p:cNvSpPr/>
            <p:nvPr/>
          </p:nvSpPr>
          <p:spPr>
            <a:xfrm>
              <a:off x="6002200" y="3313600"/>
              <a:ext cx="656625" cy="656625"/>
            </a:xfrm>
            <a:custGeom>
              <a:avLst/>
              <a:gdLst/>
              <a:ahLst/>
              <a:cxnLst/>
              <a:rect l="l" t="t" r="r" b="b"/>
              <a:pathLst>
                <a:path w="26265" h="26265" extrusionOk="0">
                  <a:moveTo>
                    <a:pt x="21595" y="4670"/>
                  </a:moveTo>
                  <a:cubicBezTo>
                    <a:pt x="26264" y="9338"/>
                    <a:pt x="26264" y="16917"/>
                    <a:pt x="21595" y="21585"/>
                  </a:cubicBezTo>
                  <a:cubicBezTo>
                    <a:pt x="16926" y="26264"/>
                    <a:pt x="9348" y="26264"/>
                    <a:pt x="4669" y="21585"/>
                  </a:cubicBezTo>
                  <a:cubicBezTo>
                    <a:pt x="1" y="16917"/>
                    <a:pt x="1" y="9338"/>
                    <a:pt x="4669" y="4670"/>
                  </a:cubicBezTo>
                  <a:cubicBezTo>
                    <a:pt x="9348" y="1"/>
                    <a:pt x="16926" y="1"/>
                    <a:pt x="21595" y="467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5"/>
            <p:cNvSpPr/>
            <p:nvPr/>
          </p:nvSpPr>
          <p:spPr>
            <a:xfrm>
              <a:off x="6068175" y="3610025"/>
              <a:ext cx="524900" cy="63775"/>
            </a:xfrm>
            <a:custGeom>
              <a:avLst/>
              <a:gdLst/>
              <a:ahLst/>
              <a:cxnLst/>
              <a:rect l="l" t="t" r="r" b="b"/>
              <a:pathLst>
                <a:path w="20996" h="2551" extrusionOk="0">
                  <a:moveTo>
                    <a:pt x="1" y="1"/>
                  </a:moveTo>
                  <a:lnTo>
                    <a:pt x="881" y="1270"/>
                  </a:lnTo>
                  <a:lnTo>
                    <a:pt x="1" y="2550"/>
                  </a:lnTo>
                  <a:lnTo>
                    <a:pt x="20996" y="2550"/>
                  </a:lnTo>
                  <a:lnTo>
                    <a:pt x="20106" y="1270"/>
                  </a:lnTo>
                  <a:lnTo>
                    <a:pt x="2099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5"/>
            <p:cNvSpPr/>
            <p:nvPr/>
          </p:nvSpPr>
          <p:spPr>
            <a:xfrm>
              <a:off x="6069925" y="3723750"/>
              <a:ext cx="521150" cy="200975"/>
            </a:xfrm>
            <a:custGeom>
              <a:avLst/>
              <a:gdLst/>
              <a:ahLst/>
              <a:cxnLst/>
              <a:rect l="l" t="t" r="r" b="b"/>
              <a:pathLst>
                <a:path w="20846" h="8039" extrusionOk="0">
                  <a:moveTo>
                    <a:pt x="10428" y="8039"/>
                  </a:moveTo>
                  <a:cubicBezTo>
                    <a:pt x="5879" y="8029"/>
                    <a:pt x="1780" y="5309"/>
                    <a:pt x="1" y="1130"/>
                  </a:cubicBezTo>
                  <a:lnTo>
                    <a:pt x="2650" y="1"/>
                  </a:lnTo>
                  <a:cubicBezTo>
                    <a:pt x="3970" y="3120"/>
                    <a:pt x="7039" y="5149"/>
                    <a:pt x="10428" y="5149"/>
                  </a:cubicBezTo>
                  <a:cubicBezTo>
                    <a:pt x="13817" y="5149"/>
                    <a:pt x="16877" y="3120"/>
                    <a:pt x="18196" y="1"/>
                  </a:cubicBezTo>
                  <a:lnTo>
                    <a:pt x="20846" y="1130"/>
                  </a:lnTo>
                  <a:cubicBezTo>
                    <a:pt x="19076" y="5319"/>
                    <a:pt x="14967" y="8039"/>
                    <a:pt x="10428" y="803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5"/>
            <p:cNvSpPr/>
            <p:nvPr/>
          </p:nvSpPr>
          <p:spPr>
            <a:xfrm>
              <a:off x="6069925" y="3359100"/>
              <a:ext cx="521150" cy="200725"/>
            </a:xfrm>
            <a:custGeom>
              <a:avLst/>
              <a:gdLst/>
              <a:ahLst/>
              <a:cxnLst/>
              <a:rect l="l" t="t" r="r" b="b"/>
              <a:pathLst>
                <a:path w="20846" h="8029" extrusionOk="0">
                  <a:moveTo>
                    <a:pt x="18196" y="8028"/>
                  </a:moveTo>
                  <a:cubicBezTo>
                    <a:pt x="16877" y="4909"/>
                    <a:pt x="13817" y="2880"/>
                    <a:pt x="10428" y="2880"/>
                  </a:cubicBezTo>
                  <a:cubicBezTo>
                    <a:pt x="7039" y="2880"/>
                    <a:pt x="3970" y="4909"/>
                    <a:pt x="2650" y="8028"/>
                  </a:cubicBezTo>
                  <a:lnTo>
                    <a:pt x="1" y="6899"/>
                  </a:lnTo>
                  <a:cubicBezTo>
                    <a:pt x="1780" y="2720"/>
                    <a:pt x="5879" y="0"/>
                    <a:pt x="10428" y="0"/>
                  </a:cubicBezTo>
                  <a:cubicBezTo>
                    <a:pt x="14967" y="0"/>
                    <a:pt x="19076" y="2720"/>
                    <a:pt x="20846" y="689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5"/>
            <p:cNvSpPr/>
            <p:nvPr/>
          </p:nvSpPr>
          <p:spPr>
            <a:xfrm>
              <a:off x="6141675" y="3452825"/>
              <a:ext cx="377925" cy="377925"/>
            </a:xfrm>
            <a:custGeom>
              <a:avLst/>
              <a:gdLst/>
              <a:ahLst/>
              <a:cxnLst/>
              <a:rect l="l" t="t" r="r" b="b"/>
              <a:pathLst>
                <a:path w="15117" h="15117" extrusionOk="0">
                  <a:moveTo>
                    <a:pt x="15116" y="7558"/>
                  </a:moveTo>
                  <a:cubicBezTo>
                    <a:pt x="15116" y="11737"/>
                    <a:pt x="11727" y="15117"/>
                    <a:pt x="7558" y="15117"/>
                  </a:cubicBezTo>
                  <a:cubicBezTo>
                    <a:pt x="3379" y="15117"/>
                    <a:pt x="0" y="11737"/>
                    <a:pt x="0" y="7558"/>
                  </a:cubicBezTo>
                  <a:cubicBezTo>
                    <a:pt x="0" y="3390"/>
                    <a:pt x="3379" y="0"/>
                    <a:pt x="7558" y="0"/>
                  </a:cubicBezTo>
                  <a:cubicBezTo>
                    <a:pt x="11727" y="0"/>
                    <a:pt x="15116" y="3390"/>
                    <a:pt x="15116" y="75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5"/>
            <p:cNvSpPr/>
            <p:nvPr/>
          </p:nvSpPr>
          <p:spPr>
            <a:xfrm>
              <a:off x="6168150" y="3527275"/>
              <a:ext cx="324950" cy="191750"/>
            </a:xfrm>
            <a:custGeom>
              <a:avLst/>
              <a:gdLst/>
              <a:ahLst/>
              <a:cxnLst/>
              <a:rect l="l" t="t" r="r" b="b"/>
              <a:pathLst>
                <a:path w="12998" h="7670" extrusionOk="0">
                  <a:moveTo>
                    <a:pt x="7647" y="0"/>
                  </a:moveTo>
                  <a:cubicBezTo>
                    <a:pt x="6477" y="0"/>
                    <a:pt x="5359" y="598"/>
                    <a:pt x="4720" y="1631"/>
                  </a:cubicBezTo>
                  <a:cubicBezTo>
                    <a:pt x="4418" y="1477"/>
                    <a:pt x="4104" y="1406"/>
                    <a:pt x="3798" y="1406"/>
                  </a:cubicBezTo>
                  <a:cubicBezTo>
                    <a:pt x="2735" y="1406"/>
                    <a:pt x="1770" y="2261"/>
                    <a:pt x="1770" y="3441"/>
                  </a:cubicBezTo>
                  <a:cubicBezTo>
                    <a:pt x="1770" y="3451"/>
                    <a:pt x="1770" y="3461"/>
                    <a:pt x="1770" y="3471"/>
                  </a:cubicBezTo>
                  <a:cubicBezTo>
                    <a:pt x="751" y="3631"/>
                    <a:pt x="1" y="4520"/>
                    <a:pt x="1" y="5550"/>
                  </a:cubicBezTo>
                  <a:cubicBezTo>
                    <a:pt x="1" y="6720"/>
                    <a:pt x="941" y="7670"/>
                    <a:pt x="2110" y="7670"/>
                  </a:cubicBezTo>
                  <a:lnTo>
                    <a:pt x="10878" y="7670"/>
                  </a:lnTo>
                  <a:cubicBezTo>
                    <a:pt x="12048" y="7670"/>
                    <a:pt x="12998" y="6720"/>
                    <a:pt x="12998" y="5550"/>
                  </a:cubicBezTo>
                  <a:cubicBezTo>
                    <a:pt x="12998" y="4461"/>
                    <a:pt x="12168" y="3551"/>
                    <a:pt x="11088" y="3451"/>
                  </a:cubicBezTo>
                  <a:lnTo>
                    <a:pt x="11088" y="3441"/>
                  </a:lnTo>
                  <a:cubicBezTo>
                    <a:pt x="11078" y="1901"/>
                    <a:pt x="10058" y="551"/>
                    <a:pt x="8589" y="132"/>
                  </a:cubicBezTo>
                  <a:cubicBezTo>
                    <a:pt x="8277" y="43"/>
                    <a:pt x="7960" y="0"/>
                    <a:pt x="76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47"/>
          <p:cNvSpPr txBox="1">
            <a:spLocks noGrp="1"/>
          </p:cNvSpPr>
          <p:nvPr>
            <p:ph type="subTitle" idx="1"/>
          </p:nvPr>
        </p:nvSpPr>
        <p:spPr>
          <a:xfrm>
            <a:off x="3698422" y="0"/>
            <a:ext cx="5265965" cy="1610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en-IN" sz="1600" b="1" dirty="0"/>
              <a:t>Our habits today:</a:t>
            </a:r>
            <a:endParaRPr lang="en-IN" sz="1600" dirty="0"/>
          </a:p>
          <a:p>
            <a:pPr algn="r"/>
            <a:r>
              <a:rPr lang="en-IN" sz="1600" dirty="0"/>
              <a:t>Online shopping → packaging pile-ups 📦</a:t>
            </a:r>
          </a:p>
          <a:p>
            <a:pPr algn="r"/>
            <a:r>
              <a:rPr lang="en-IN" sz="1600" dirty="0"/>
              <a:t>Fast fashion → wear once, post, forget 👕</a:t>
            </a:r>
          </a:p>
          <a:p>
            <a:pPr algn="r"/>
            <a:r>
              <a:rPr lang="en-IN" sz="1600" dirty="0"/>
              <a:t>E-waste → old phones collecting dust 📱</a:t>
            </a:r>
          </a:p>
          <a:p>
            <a:pPr algn="r"/>
            <a:r>
              <a:rPr lang="en-IN" sz="1600" dirty="0"/>
              <a:t>Canteen leftovers → dustbin meals 🗑️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35" name="Google Shape;735;p47"/>
          <p:cNvSpPr txBox="1">
            <a:spLocks noGrp="1"/>
          </p:cNvSpPr>
          <p:nvPr>
            <p:ph type="subTitle" idx="4"/>
          </p:nvPr>
        </p:nvSpPr>
        <p:spPr>
          <a:xfrm>
            <a:off x="547007" y="2819385"/>
            <a:ext cx="7408259" cy="20628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dirty="0"/>
              <a:t>Small steps that </a:t>
            </a:r>
            <a:r>
              <a:rPr lang="en-US" i="1" dirty="0"/>
              <a:t>actually</a:t>
            </a:r>
            <a:r>
              <a:rPr lang="en-US" dirty="0"/>
              <a:t> help:</a:t>
            </a:r>
          </a:p>
          <a:p>
            <a:pPr algn="l"/>
            <a:r>
              <a:rPr lang="en-US" dirty="0"/>
              <a:t>Carry your own bottle &amp; tiffin.</a:t>
            </a:r>
          </a:p>
          <a:p>
            <a:pPr algn="l"/>
            <a:r>
              <a:rPr lang="en-US" dirty="0"/>
              <a:t>Use digital notes instead of printing every PDF.</a:t>
            </a:r>
          </a:p>
          <a:p>
            <a:pPr algn="l"/>
            <a:r>
              <a:rPr lang="en-US" dirty="0"/>
              <a:t>Host </a:t>
            </a:r>
            <a:r>
              <a:rPr lang="en-US" i="1" dirty="0"/>
              <a:t>zero-waste</a:t>
            </a:r>
            <a:r>
              <a:rPr lang="en-US" dirty="0"/>
              <a:t> college fests.</a:t>
            </a:r>
          </a:p>
          <a:p>
            <a:pPr algn="l"/>
            <a:r>
              <a:rPr lang="en-US" dirty="0"/>
              <a:t>Thrift or swap clothes with friends.</a:t>
            </a:r>
          </a:p>
          <a:p>
            <a:pPr algn="l"/>
            <a:r>
              <a:rPr lang="en-US" dirty="0"/>
              <a:t>Compost food waste in hostel gardens.</a:t>
            </a:r>
          </a:p>
          <a:p>
            <a:pPr algn="l"/>
            <a:r>
              <a:rPr lang="en-US" dirty="0"/>
              <a:t>🧠 </a:t>
            </a:r>
            <a:r>
              <a:rPr lang="en-US" i="1" dirty="0"/>
              <a:t>Sustainability starts from the dorm room, not the boardroom.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731;p47">
            <a:extLst>
              <a:ext uri="{FF2B5EF4-FFF2-40B4-BE49-F238E27FC236}">
                <a16:creationId xmlns:a16="http://schemas.microsoft.com/office/drawing/2014/main" id="{C8B608BD-148E-2D90-C5B9-7E1F5D17E21B}"/>
              </a:ext>
            </a:extLst>
          </p:cNvPr>
          <p:cNvSpPr txBox="1">
            <a:spLocks/>
          </p:cNvSpPr>
          <p:nvPr/>
        </p:nvSpPr>
        <p:spPr>
          <a:xfrm>
            <a:off x="-480621" y="1949744"/>
            <a:ext cx="9624621" cy="1244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 Medium"/>
              <a:buNone/>
              <a:defRPr sz="3400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 Medium"/>
              <a:buNone/>
              <a:defRPr sz="3400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 Medium"/>
              <a:buNone/>
              <a:defRPr sz="3400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 Medium"/>
              <a:buNone/>
              <a:defRPr sz="3400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 Medium"/>
              <a:buNone/>
              <a:defRPr sz="3400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 Medium"/>
              <a:buNone/>
              <a:defRPr sz="3400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 Medium"/>
              <a:buNone/>
              <a:defRPr sz="3400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 Medium"/>
              <a:buNone/>
              <a:defRPr sz="3400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oppins Medium"/>
              <a:buNone/>
              <a:defRPr sz="3400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r>
              <a:rPr lang="en-US" dirty="0"/>
              <a:t>What We Can Do (As Students)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49"/>
          <p:cNvSpPr txBox="1">
            <a:spLocks noGrp="1"/>
          </p:cNvSpPr>
          <p:nvPr>
            <p:ph type="title"/>
          </p:nvPr>
        </p:nvSpPr>
        <p:spPr>
          <a:xfrm>
            <a:off x="1593054" y="-32443"/>
            <a:ext cx="7323139" cy="78071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200" dirty="0"/>
              <a:t>Circular Economy (The Cool Loop)</a:t>
            </a:r>
            <a:endParaRPr sz="3200" dirty="0"/>
          </a:p>
        </p:txBody>
      </p:sp>
      <p:cxnSp>
        <p:nvCxnSpPr>
          <p:cNvPr id="762" name="Google Shape;762;p49"/>
          <p:cNvCxnSpPr>
            <a:cxnSpLocks/>
          </p:cNvCxnSpPr>
          <p:nvPr/>
        </p:nvCxnSpPr>
        <p:spPr>
          <a:xfrm>
            <a:off x="3198926" y="748267"/>
            <a:ext cx="5014345" cy="0"/>
          </a:xfrm>
          <a:prstGeom prst="straightConnector1">
            <a:avLst/>
          </a:prstGeom>
          <a:noFill/>
          <a:ln w="76200" cap="rnd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763" name="Google Shape;763;p49"/>
          <p:cNvGrpSpPr/>
          <p:nvPr/>
        </p:nvGrpSpPr>
        <p:grpSpPr>
          <a:xfrm>
            <a:off x="954947" y="539500"/>
            <a:ext cx="2662095" cy="4064505"/>
            <a:chOff x="954947" y="539500"/>
            <a:chExt cx="2662095" cy="4064505"/>
          </a:xfrm>
        </p:grpSpPr>
        <p:grpSp>
          <p:nvGrpSpPr>
            <p:cNvPr id="764" name="Google Shape;764;p49"/>
            <p:cNvGrpSpPr/>
            <p:nvPr/>
          </p:nvGrpSpPr>
          <p:grpSpPr>
            <a:xfrm>
              <a:off x="954947" y="539540"/>
              <a:ext cx="836231" cy="937189"/>
              <a:chOff x="954947" y="539540"/>
              <a:chExt cx="836231" cy="937189"/>
            </a:xfrm>
          </p:grpSpPr>
          <p:sp>
            <p:nvSpPr>
              <p:cNvPr id="765" name="Google Shape;765;p49"/>
              <p:cNvSpPr/>
              <p:nvPr/>
            </p:nvSpPr>
            <p:spPr>
              <a:xfrm>
                <a:off x="954947" y="539540"/>
                <a:ext cx="836231" cy="937189"/>
              </a:xfrm>
              <a:custGeom>
                <a:avLst/>
                <a:gdLst/>
                <a:ahLst/>
                <a:cxnLst/>
                <a:rect l="l" t="t" r="r" b="b"/>
                <a:pathLst>
                  <a:path w="10188" h="11418" extrusionOk="0">
                    <a:moveTo>
                      <a:pt x="5849" y="11148"/>
                    </a:moveTo>
                    <a:lnTo>
                      <a:pt x="9428" y="9089"/>
                    </a:lnTo>
                    <a:cubicBezTo>
                      <a:pt x="9898" y="8819"/>
                      <a:pt x="10188" y="8309"/>
                      <a:pt x="10188" y="7769"/>
                    </a:cubicBezTo>
                    <a:lnTo>
                      <a:pt x="10188" y="3650"/>
                    </a:lnTo>
                    <a:cubicBezTo>
                      <a:pt x="10188" y="3100"/>
                      <a:pt x="9898" y="2600"/>
                      <a:pt x="9428" y="2330"/>
                    </a:cubicBezTo>
                    <a:lnTo>
                      <a:pt x="5849" y="271"/>
                    </a:lnTo>
                    <a:cubicBezTo>
                      <a:pt x="5379" y="1"/>
                      <a:pt x="4799" y="1"/>
                      <a:pt x="4329" y="271"/>
                    </a:cubicBezTo>
                    <a:lnTo>
                      <a:pt x="760" y="2330"/>
                    </a:lnTo>
                    <a:cubicBezTo>
                      <a:pt x="290" y="2600"/>
                      <a:pt x="0" y="3100"/>
                      <a:pt x="0" y="3650"/>
                    </a:cubicBezTo>
                    <a:lnTo>
                      <a:pt x="0" y="7769"/>
                    </a:lnTo>
                    <a:cubicBezTo>
                      <a:pt x="0" y="8309"/>
                      <a:pt x="290" y="8819"/>
                      <a:pt x="760" y="9089"/>
                    </a:cubicBezTo>
                    <a:lnTo>
                      <a:pt x="4329" y="11148"/>
                    </a:lnTo>
                    <a:cubicBezTo>
                      <a:pt x="4799" y="11418"/>
                      <a:pt x="5379" y="11418"/>
                      <a:pt x="5849" y="1114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66" name="Google Shape;766;p49"/>
              <p:cNvGrpSpPr/>
              <p:nvPr/>
            </p:nvGrpSpPr>
            <p:grpSpPr>
              <a:xfrm>
                <a:off x="1107636" y="801583"/>
                <a:ext cx="530853" cy="413103"/>
                <a:chOff x="6117367" y="371984"/>
                <a:chExt cx="315177" cy="244310"/>
              </a:xfrm>
            </p:grpSpPr>
            <p:sp>
              <p:nvSpPr>
                <p:cNvPr id="767" name="Google Shape;767;p49"/>
                <p:cNvSpPr/>
                <p:nvPr/>
              </p:nvSpPr>
              <p:spPr>
                <a:xfrm>
                  <a:off x="6117367" y="511424"/>
                  <a:ext cx="315177" cy="1048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0" h="1614" extrusionOk="0">
                      <a:moveTo>
                        <a:pt x="1801" y="0"/>
                      </a:moveTo>
                      <a:cubicBezTo>
                        <a:pt x="1537" y="0"/>
                        <a:pt x="1332" y="111"/>
                        <a:pt x="1130" y="294"/>
                      </a:cubicBezTo>
                      <a:cubicBezTo>
                        <a:pt x="801" y="594"/>
                        <a:pt x="1" y="974"/>
                        <a:pt x="1" y="974"/>
                      </a:cubicBezTo>
                      <a:lnTo>
                        <a:pt x="391" y="1613"/>
                      </a:lnTo>
                      <a:cubicBezTo>
                        <a:pt x="391" y="1613"/>
                        <a:pt x="841" y="1334"/>
                        <a:pt x="1280" y="1084"/>
                      </a:cubicBezTo>
                      <a:cubicBezTo>
                        <a:pt x="1395" y="1017"/>
                        <a:pt x="1516" y="992"/>
                        <a:pt x="1638" y="992"/>
                      </a:cubicBezTo>
                      <a:cubicBezTo>
                        <a:pt x="1994" y="992"/>
                        <a:pt x="2364" y="1209"/>
                        <a:pt x="2640" y="1254"/>
                      </a:cubicBezTo>
                      <a:cubicBezTo>
                        <a:pt x="2673" y="1258"/>
                        <a:pt x="2706" y="1260"/>
                        <a:pt x="2740" y="1260"/>
                      </a:cubicBezTo>
                      <a:cubicBezTo>
                        <a:pt x="3095" y="1260"/>
                        <a:pt x="3541" y="1029"/>
                        <a:pt x="4170" y="674"/>
                      </a:cubicBezTo>
                      <a:cubicBezTo>
                        <a:pt x="4850" y="284"/>
                        <a:pt x="4770" y="54"/>
                        <a:pt x="4570" y="34"/>
                      </a:cubicBezTo>
                      <a:cubicBezTo>
                        <a:pt x="4567" y="34"/>
                        <a:pt x="4564" y="34"/>
                        <a:pt x="4560" y="34"/>
                      </a:cubicBezTo>
                      <a:cubicBezTo>
                        <a:pt x="4347" y="34"/>
                        <a:pt x="3600" y="354"/>
                        <a:pt x="3600" y="354"/>
                      </a:cubicBezTo>
                      <a:cubicBezTo>
                        <a:pt x="3552" y="186"/>
                        <a:pt x="3330" y="156"/>
                        <a:pt x="3078" y="156"/>
                      </a:cubicBezTo>
                      <a:cubicBezTo>
                        <a:pt x="2938" y="156"/>
                        <a:pt x="2789" y="165"/>
                        <a:pt x="2657" y="165"/>
                      </a:cubicBezTo>
                      <a:cubicBezTo>
                        <a:pt x="2529" y="165"/>
                        <a:pt x="2417" y="157"/>
                        <a:pt x="2340" y="124"/>
                      </a:cubicBezTo>
                      <a:cubicBezTo>
                        <a:pt x="2133" y="39"/>
                        <a:pt x="1957" y="0"/>
                        <a:pt x="180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8" name="Google Shape;768;p49"/>
                <p:cNvSpPr/>
                <p:nvPr/>
              </p:nvSpPr>
              <p:spPr>
                <a:xfrm>
                  <a:off x="6214847" y="371984"/>
                  <a:ext cx="144917" cy="1245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0" h="1917" extrusionOk="0">
                      <a:moveTo>
                        <a:pt x="1380" y="320"/>
                      </a:moveTo>
                      <a:lnTo>
                        <a:pt x="1380" y="460"/>
                      </a:lnTo>
                      <a:cubicBezTo>
                        <a:pt x="1470" y="470"/>
                        <a:pt x="1570" y="500"/>
                        <a:pt x="1650" y="550"/>
                      </a:cubicBezTo>
                      <a:lnTo>
                        <a:pt x="1570" y="750"/>
                      </a:lnTo>
                      <a:cubicBezTo>
                        <a:pt x="1490" y="700"/>
                        <a:pt x="1400" y="670"/>
                        <a:pt x="1300" y="670"/>
                      </a:cubicBezTo>
                      <a:cubicBezTo>
                        <a:pt x="1190" y="670"/>
                        <a:pt x="1150" y="710"/>
                        <a:pt x="1150" y="760"/>
                      </a:cubicBezTo>
                      <a:cubicBezTo>
                        <a:pt x="1150" y="910"/>
                        <a:pt x="1690" y="800"/>
                        <a:pt x="1690" y="1150"/>
                      </a:cubicBezTo>
                      <a:cubicBezTo>
                        <a:pt x="1690" y="1290"/>
                        <a:pt x="1590" y="1420"/>
                        <a:pt x="1380" y="1450"/>
                      </a:cubicBezTo>
                      <a:lnTo>
                        <a:pt x="1380" y="1600"/>
                      </a:lnTo>
                      <a:lnTo>
                        <a:pt x="1210" y="1600"/>
                      </a:lnTo>
                      <a:lnTo>
                        <a:pt x="1210" y="1450"/>
                      </a:lnTo>
                      <a:cubicBezTo>
                        <a:pt x="1090" y="1450"/>
                        <a:pt x="970" y="1410"/>
                        <a:pt x="870" y="1350"/>
                      </a:cubicBezTo>
                      <a:lnTo>
                        <a:pt x="950" y="1150"/>
                      </a:lnTo>
                      <a:cubicBezTo>
                        <a:pt x="1050" y="1210"/>
                        <a:pt x="1160" y="1240"/>
                        <a:pt x="1270" y="1250"/>
                      </a:cubicBezTo>
                      <a:cubicBezTo>
                        <a:pt x="1380" y="1250"/>
                        <a:pt x="1430" y="1220"/>
                        <a:pt x="1430" y="1170"/>
                      </a:cubicBezTo>
                      <a:cubicBezTo>
                        <a:pt x="1430" y="1020"/>
                        <a:pt x="880" y="1130"/>
                        <a:pt x="880" y="770"/>
                      </a:cubicBezTo>
                      <a:cubicBezTo>
                        <a:pt x="880" y="620"/>
                        <a:pt x="990" y="490"/>
                        <a:pt x="1210" y="470"/>
                      </a:cubicBezTo>
                      <a:lnTo>
                        <a:pt x="1210" y="320"/>
                      </a:lnTo>
                      <a:close/>
                      <a:moveTo>
                        <a:pt x="1280" y="0"/>
                      </a:moveTo>
                      <a:cubicBezTo>
                        <a:pt x="430" y="0"/>
                        <a:pt x="0" y="1030"/>
                        <a:pt x="600" y="1630"/>
                      </a:cubicBezTo>
                      <a:cubicBezTo>
                        <a:pt x="798" y="1828"/>
                        <a:pt x="1040" y="1916"/>
                        <a:pt x="1275" y="1916"/>
                      </a:cubicBezTo>
                      <a:cubicBezTo>
                        <a:pt x="1765" y="1916"/>
                        <a:pt x="2230" y="1534"/>
                        <a:pt x="2230" y="960"/>
                      </a:cubicBezTo>
                      <a:cubicBezTo>
                        <a:pt x="2230" y="430"/>
                        <a:pt x="1810" y="0"/>
                        <a:pt x="128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69" name="Google Shape;769;p49"/>
            <p:cNvGrpSpPr/>
            <p:nvPr/>
          </p:nvGrpSpPr>
          <p:grpSpPr>
            <a:xfrm>
              <a:off x="1415335" y="1318271"/>
              <a:ext cx="836231" cy="938010"/>
              <a:chOff x="1415335" y="1318271"/>
              <a:chExt cx="836231" cy="938010"/>
            </a:xfrm>
          </p:grpSpPr>
          <p:sp>
            <p:nvSpPr>
              <p:cNvPr id="770" name="Google Shape;770;p49"/>
              <p:cNvSpPr/>
              <p:nvPr/>
            </p:nvSpPr>
            <p:spPr>
              <a:xfrm>
                <a:off x="1415335" y="1318271"/>
                <a:ext cx="836231" cy="938010"/>
              </a:xfrm>
              <a:custGeom>
                <a:avLst/>
                <a:gdLst/>
                <a:ahLst/>
                <a:cxnLst/>
                <a:rect l="l" t="t" r="r" b="b"/>
                <a:pathLst>
                  <a:path w="10188" h="11428" extrusionOk="0">
                    <a:moveTo>
                      <a:pt x="4329" y="270"/>
                    </a:moveTo>
                    <a:lnTo>
                      <a:pt x="760" y="2340"/>
                    </a:lnTo>
                    <a:cubicBezTo>
                      <a:pt x="290" y="2610"/>
                      <a:pt x="0" y="3110"/>
                      <a:pt x="0" y="3650"/>
                    </a:cubicBezTo>
                    <a:lnTo>
                      <a:pt x="0" y="7779"/>
                    </a:lnTo>
                    <a:cubicBezTo>
                      <a:pt x="0" y="8318"/>
                      <a:pt x="290" y="8818"/>
                      <a:pt x="760" y="9088"/>
                    </a:cubicBezTo>
                    <a:lnTo>
                      <a:pt x="4329" y="11158"/>
                    </a:lnTo>
                    <a:cubicBezTo>
                      <a:pt x="4799" y="11428"/>
                      <a:pt x="5379" y="11428"/>
                      <a:pt x="5849" y="11158"/>
                    </a:cubicBezTo>
                    <a:lnTo>
                      <a:pt x="9428" y="9088"/>
                    </a:lnTo>
                    <a:cubicBezTo>
                      <a:pt x="9898" y="8818"/>
                      <a:pt x="10188" y="8318"/>
                      <a:pt x="10188" y="7779"/>
                    </a:cubicBezTo>
                    <a:lnTo>
                      <a:pt x="10188" y="3650"/>
                    </a:lnTo>
                    <a:cubicBezTo>
                      <a:pt x="10188" y="3110"/>
                      <a:pt x="9898" y="2610"/>
                      <a:pt x="9428" y="2340"/>
                    </a:cubicBezTo>
                    <a:lnTo>
                      <a:pt x="5849" y="270"/>
                    </a:lnTo>
                    <a:cubicBezTo>
                      <a:pt x="5379" y="1"/>
                      <a:pt x="4799" y="1"/>
                      <a:pt x="4329" y="27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71" name="Google Shape;771;p49"/>
              <p:cNvGrpSpPr/>
              <p:nvPr/>
            </p:nvGrpSpPr>
            <p:grpSpPr>
              <a:xfrm>
                <a:off x="1620731" y="1606315"/>
                <a:ext cx="425439" cy="361924"/>
                <a:chOff x="6677260" y="491610"/>
                <a:chExt cx="253388" cy="218619"/>
              </a:xfrm>
            </p:grpSpPr>
            <p:sp>
              <p:nvSpPr>
                <p:cNvPr id="772" name="Google Shape;772;p49"/>
                <p:cNvSpPr/>
                <p:nvPr/>
              </p:nvSpPr>
              <p:spPr>
                <a:xfrm>
                  <a:off x="6677260" y="610582"/>
                  <a:ext cx="253388" cy="99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0" h="1691" extrusionOk="0">
                      <a:moveTo>
                        <a:pt x="1" y="1"/>
                      </a:moveTo>
                      <a:cubicBezTo>
                        <a:pt x="230" y="581"/>
                        <a:pt x="680" y="1040"/>
                        <a:pt x="1260" y="1290"/>
                      </a:cubicBezTo>
                      <a:lnTo>
                        <a:pt x="1260" y="1690"/>
                      </a:lnTo>
                      <a:lnTo>
                        <a:pt x="3050" y="1690"/>
                      </a:lnTo>
                      <a:lnTo>
                        <a:pt x="3050" y="1290"/>
                      </a:lnTo>
                      <a:cubicBezTo>
                        <a:pt x="3620" y="1040"/>
                        <a:pt x="4080" y="581"/>
                        <a:pt x="4299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3" name="Google Shape;773;p49"/>
                <p:cNvSpPr/>
                <p:nvPr/>
              </p:nvSpPr>
              <p:spPr>
                <a:xfrm>
                  <a:off x="6733771" y="491610"/>
                  <a:ext cx="74308" cy="98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1" h="1671" extrusionOk="0">
                      <a:moveTo>
                        <a:pt x="661" y="0"/>
                      </a:moveTo>
                      <a:cubicBezTo>
                        <a:pt x="491" y="0"/>
                        <a:pt x="491" y="250"/>
                        <a:pt x="661" y="250"/>
                      </a:cubicBezTo>
                      <a:cubicBezTo>
                        <a:pt x="951" y="270"/>
                        <a:pt x="951" y="690"/>
                        <a:pt x="661" y="710"/>
                      </a:cubicBezTo>
                      <a:cubicBezTo>
                        <a:pt x="651" y="710"/>
                        <a:pt x="642" y="709"/>
                        <a:pt x="632" y="709"/>
                      </a:cubicBezTo>
                      <a:cubicBezTo>
                        <a:pt x="1" y="709"/>
                        <a:pt x="1" y="1670"/>
                        <a:pt x="632" y="1670"/>
                      </a:cubicBezTo>
                      <a:cubicBezTo>
                        <a:pt x="642" y="1670"/>
                        <a:pt x="651" y="1670"/>
                        <a:pt x="661" y="1670"/>
                      </a:cubicBezTo>
                      <a:lnTo>
                        <a:pt x="661" y="1660"/>
                      </a:lnTo>
                      <a:cubicBezTo>
                        <a:pt x="791" y="1630"/>
                        <a:pt x="791" y="1450"/>
                        <a:pt x="661" y="1420"/>
                      </a:cubicBezTo>
                      <a:cubicBezTo>
                        <a:pt x="351" y="1420"/>
                        <a:pt x="351" y="950"/>
                        <a:pt x="661" y="950"/>
                      </a:cubicBezTo>
                      <a:cubicBezTo>
                        <a:pt x="1261" y="920"/>
                        <a:pt x="1261" y="30"/>
                        <a:pt x="66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4" name="Google Shape;774;p49"/>
                <p:cNvSpPr/>
                <p:nvPr/>
              </p:nvSpPr>
              <p:spPr>
                <a:xfrm>
                  <a:off x="6796822" y="491610"/>
                  <a:ext cx="74308" cy="984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1" h="1671" extrusionOk="0">
                      <a:moveTo>
                        <a:pt x="661" y="0"/>
                      </a:moveTo>
                      <a:cubicBezTo>
                        <a:pt x="491" y="0"/>
                        <a:pt x="491" y="250"/>
                        <a:pt x="661" y="250"/>
                      </a:cubicBezTo>
                      <a:cubicBezTo>
                        <a:pt x="951" y="270"/>
                        <a:pt x="951" y="690"/>
                        <a:pt x="661" y="710"/>
                      </a:cubicBezTo>
                      <a:cubicBezTo>
                        <a:pt x="651" y="710"/>
                        <a:pt x="642" y="709"/>
                        <a:pt x="632" y="709"/>
                      </a:cubicBezTo>
                      <a:cubicBezTo>
                        <a:pt x="1" y="709"/>
                        <a:pt x="1" y="1670"/>
                        <a:pt x="632" y="1670"/>
                      </a:cubicBezTo>
                      <a:cubicBezTo>
                        <a:pt x="642" y="1670"/>
                        <a:pt x="651" y="1670"/>
                        <a:pt x="661" y="1670"/>
                      </a:cubicBezTo>
                      <a:lnTo>
                        <a:pt x="661" y="1660"/>
                      </a:lnTo>
                      <a:cubicBezTo>
                        <a:pt x="791" y="1630"/>
                        <a:pt x="791" y="1450"/>
                        <a:pt x="661" y="1420"/>
                      </a:cubicBezTo>
                      <a:cubicBezTo>
                        <a:pt x="351" y="1420"/>
                        <a:pt x="351" y="950"/>
                        <a:pt x="661" y="950"/>
                      </a:cubicBezTo>
                      <a:cubicBezTo>
                        <a:pt x="1261" y="920"/>
                        <a:pt x="1261" y="30"/>
                        <a:pt x="66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75" name="Google Shape;775;p49"/>
            <p:cNvGrpSpPr/>
            <p:nvPr/>
          </p:nvGrpSpPr>
          <p:grpSpPr>
            <a:xfrm>
              <a:off x="1415335" y="2888865"/>
              <a:ext cx="836231" cy="937189"/>
              <a:chOff x="1415335" y="2888865"/>
              <a:chExt cx="836231" cy="937189"/>
            </a:xfrm>
          </p:grpSpPr>
          <p:sp>
            <p:nvSpPr>
              <p:cNvPr id="776" name="Google Shape;776;p49"/>
              <p:cNvSpPr/>
              <p:nvPr/>
            </p:nvSpPr>
            <p:spPr>
              <a:xfrm>
                <a:off x="1415335" y="2888865"/>
                <a:ext cx="836231" cy="937189"/>
              </a:xfrm>
              <a:custGeom>
                <a:avLst/>
                <a:gdLst/>
                <a:ahLst/>
                <a:cxnLst/>
                <a:rect l="l" t="t" r="r" b="b"/>
                <a:pathLst>
                  <a:path w="10188" h="11418" extrusionOk="0">
                    <a:moveTo>
                      <a:pt x="4329" y="271"/>
                    </a:moveTo>
                    <a:lnTo>
                      <a:pt x="760" y="2330"/>
                    </a:lnTo>
                    <a:cubicBezTo>
                      <a:pt x="290" y="2600"/>
                      <a:pt x="0" y="3100"/>
                      <a:pt x="0" y="3650"/>
                    </a:cubicBezTo>
                    <a:lnTo>
                      <a:pt x="0" y="7769"/>
                    </a:lnTo>
                    <a:cubicBezTo>
                      <a:pt x="0" y="8309"/>
                      <a:pt x="290" y="8809"/>
                      <a:pt x="760" y="9089"/>
                    </a:cubicBezTo>
                    <a:lnTo>
                      <a:pt x="4329" y="11148"/>
                    </a:lnTo>
                    <a:cubicBezTo>
                      <a:pt x="4799" y="11418"/>
                      <a:pt x="5379" y="11418"/>
                      <a:pt x="5849" y="11148"/>
                    </a:cubicBezTo>
                    <a:lnTo>
                      <a:pt x="9428" y="9089"/>
                    </a:lnTo>
                    <a:cubicBezTo>
                      <a:pt x="9898" y="8809"/>
                      <a:pt x="10188" y="8309"/>
                      <a:pt x="10188" y="7769"/>
                    </a:cubicBezTo>
                    <a:lnTo>
                      <a:pt x="10188" y="3650"/>
                    </a:lnTo>
                    <a:cubicBezTo>
                      <a:pt x="10188" y="3100"/>
                      <a:pt x="9898" y="2600"/>
                      <a:pt x="9428" y="2330"/>
                    </a:cubicBezTo>
                    <a:lnTo>
                      <a:pt x="5849" y="271"/>
                    </a:lnTo>
                    <a:cubicBezTo>
                      <a:pt x="5379" y="1"/>
                      <a:pt x="4799" y="1"/>
                      <a:pt x="4329" y="27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77" name="Google Shape;777;p49"/>
              <p:cNvGrpSpPr/>
              <p:nvPr/>
            </p:nvGrpSpPr>
            <p:grpSpPr>
              <a:xfrm>
                <a:off x="1593054" y="3170859"/>
                <a:ext cx="480791" cy="373201"/>
                <a:chOff x="8600501" y="2477730"/>
                <a:chExt cx="238950" cy="188153"/>
              </a:xfrm>
            </p:grpSpPr>
            <p:sp>
              <p:nvSpPr>
                <p:cNvPr id="778" name="Google Shape;778;p49"/>
                <p:cNvSpPr/>
                <p:nvPr/>
              </p:nvSpPr>
              <p:spPr>
                <a:xfrm>
                  <a:off x="8600501" y="2477730"/>
                  <a:ext cx="238950" cy="114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0" h="1951" extrusionOk="0">
                      <a:moveTo>
                        <a:pt x="1130" y="1"/>
                      </a:moveTo>
                      <a:cubicBezTo>
                        <a:pt x="870" y="1"/>
                        <a:pt x="610" y="101"/>
                        <a:pt x="410" y="301"/>
                      </a:cubicBezTo>
                      <a:cubicBezTo>
                        <a:pt x="51" y="661"/>
                        <a:pt x="1" y="1230"/>
                        <a:pt x="310" y="1640"/>
                      </a:cubicBezTo>
                      <a:lnTo>
                        <a:pt x="590" y="1200"/>
                      </a:lnTo>
                      <a:cubicBezTo>
                        <a:pt x="605" y="1170"/>
                        <a:pt x="635" y="1155"/>
                        <a:pt x="667" y="1155"/>
                      </a:cubicBezTo>
                      <a:cubicBezTo>
                        <a:pt x="698" y="1155"/>
                        <a:pt x="730" y="1170"/>
                        <a:pt x="750" y="1200"/>
                      </a:cubicBezTo>
                      <a:lnTo>
                        <a:pt x="950" y="1540"/>
                      </a:lnTo>
                      <a:lnTo>
                        <a:pt x="1390" y="820"/>
                      </a:lnTo>
                      <a:cubicBezTo>
                        <a:pt x="1410" y="790"/>
                        <a:pt x="1443" y="775"/>
                        <a:pt x="1474" y="775"/>
                      </a:cubicBezTo>
                      <a:cubicBezTo>
                        <a:pt x="1505" y="775"/>
                        <a:pt x="1535" y="790"/>
                        <a:pt x="1550" y="820"/>
                      </a:cubicBezTo>
                      <a:lnTo>
                        <a:pt x="2240" y="1950"/>
                      </a:lnTo>
                      <a:lnTo>
                        <a:pt x="2520" y="1490"/>
                      </a:lnTo>
                      <a:cubicBezTo>
                        <a:pt x="2540" y="1460"/>
                        <a:pt x="2570" y="1450"/>
                        <a:pt x="2610" y="1450"/>
                      </a:cubicBezTo>
                      <a:cubicBezTo>
                        <a:pt x="2640" y="1450"/>
                        <a:pt x="2670" y="1460"/>
                        <a:pt x="2690" y="1490"/>
                      </a:cubicBezTo>
                      <a:lnTo>
                        <a:pt x="2770" y="1630"/>
                      </a:lnTo>
                      <a:lnTo>
                        <a:pt x="3270" y="800"/>
                      </a:lnTo>
                      <a:cubicBezTo>
                        <a:pt x="3290" y="770"/>
                        <a:pt x="3322" y="755"/>
                        <a:pt x="3353" y="755"/>
                      </a:cubicBezTo>
                      <a:cubicBezTo>
                        <a:pt x="3385" y="755"/>
                        <a:pt x="3415" y="770"/>
                        <a:pt x="3430" y="800"/>
                      </a:cubicBezTo>
                      <a:lnTo>
                        <a:pt x="3860" y="1490"/>
                      </a:lnTo>
                      <a:cubicBezTo>
                        <a:pt x="4050" y="1090"/>
                        <a:pt x="3980" y="621"/>
                        <a:pt x="3670" y="301"/>
                      </a:cubicBezTo>
                      <a:cubicBezTo>
                        <a:pt x="3465" y="101"/>
                        <a:pt x="3202" y="1"/>
                        <a:pt x="2941" y="1"/>
                      </a:cubicBezTo>
                      <a:cubicBezTo>
                        <a:pt x="2680" y="1"/>
                        <a:pt x="2420" y="101"/>
                        <a:pt x="2220" y="301"/>
                      </a:cubicBezTo>
                      <a:lnTo>
                        <a:pt x="2040" y="491"/>
                      </a:lnTo>
                      <a:lnTo>
                        <a:pt x="1850" y="301"/>
                      </a:lnTo>
                      <a:cubicBezTo>
                        <a:pt x="1650" y="101"/>
                        <a:pt x="1390" y="1"/>
                        <a:pt x="1130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9" name="Google Shape;779;p49"/>
                <p:cNvSpPr/>
                <p:nvPr/>
              </p:nvSpPr>
              <p:spPr>
                <a:xfrm>
                  <a:off x="8627051" y="2539012"/>
                  <a:ext cx="194700" cy="126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0" h="2153" extrusionOk="0">
                      <a:moveTo>
                        <a:pt x="2910" y="0"/>
                      </a:moveTo>
                      <a:lnTo>
                        <a:pt x="2400" y="820"/>
                      </a:lnTo>
                      <a:cubicBezTo>
                        <a:pt x="2380" y="855"/>
                        <a:pt x="2347" y="873"/>
                        <a:pt x="2316" y="873"/>
                      </a:cubicBezTo>
                      <a:cubicBezTo>
                        <a:pt x="2285" y="873"/>
                        <a:pt x="2255" y="855"/>
                        <a:pt x="2240" y="820"/>
                      </a:cubicBezTo>
                      <a:lnTo>
                        <a:pt x="2160" y="690"/>
                      </a:lnTo>
                      <a:lnTo>
                        <a:pt x="1880" y="1150"/>
                      </a:lnTo>
                      <a:cubicBezTo>
                        <a:pt x="1860" y="1170"/>
                        <a:pt x="1830" y="1190"/>
                        <a:pt x="1790" y="1190"/>
                      </a:cubicBezTo>
                      <a:cubicBezTo>
                        <a:pt x="1760" y="1190"/>
                        <a:pt x="1730" y="1180"/>
                        <a:pt x="1710" y="1150"/>
                      </a:cubicBezTo>
                      <a:lnTo>
                        <a:pt x="1020" y="20"/>
                      </a:lnTo>
                      <a:lnTo>
                        <a:pt x="590" y="740"/>
                      </a:lnTo>
                      <a:cubicBezTo>
                        <a:pt x="570" y="760"/>
                        <a:pt x="540" y="780"/>
                        <a:pt x="500" y="780"/>
                      </a:cubicBezTo>
                      <a:cubicBezTo>
                        <a:pt x="470" y="780"/>
                        <a:pt x="440" y="760"/>
                        <a:pt x="420" y="740"/>
                      </a:cubicBezTo>
                      <a:lnTo>
                        <a:pt x="220" y="400"/>
                      </a:lnTo>
                      <a:lnTo>
                        <a:pt x="0" y="750"/>
                      </a:lnTo>
                      <a:lnTo>
                        <a:pt x="140" y="900"/>
                      </a:lnTo>
                      <a:lnTo>
                        <a:pt x="1260" y="2010"/>
                      </a:lnTo>
                      <a:cubicBezTo>
                        <a:pt x="1350" y="2105"/>
                        <a:pt x="1470" y="2152"/>
                        <a:pt x="1590" y="2152"/>
                      </a:cubicBezTo>
                      <a:cubicBezTo>
                        <a:pt x="1710" y="2152"/>
                        <a:pt x="1830" y="2105"/>
                        <a:pt x="1920" y="2010"/>
                      </a:cubicBezTo>
                      <a:lnTo>
                        <a:pt x="3040" y="900"/>
                      </a:lnTo>
                      <a:lnTo>
                        <a:pt x="3220" y="720"/>
                      </a:lnTo>
                      <a:cubicBezTo>
                        <a:pt x="3250" y="690"/>
                        <a:pt x="3270" y="660"/>
                        <a:pt x="3300" y="630"/>
                      </a:cubicBezTo>
                      <a:lnTo>
                        <a:pt x="291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80" name="Google Shape;780;p49"/>
            <p:cNvGrpSpPr/>
            <p:nvPr/>
          </p:nvGrpSpPr>
          <p:grpSpPr>
            <a:xfrm>
              <a:off x="2326172" y="2888865"/>
              <a:ext cx="836231" cy="937189"/>
              <a:chOff x="2326172" y="2888865"/>
              <a:chExt cx="836231" cy="937189"/>
            </a:xfrm>
          </p:grpSpPr>
          <p:sp>
            <p:nvSpPr>
              <p:cNvPr id="781" name="Google Shape;781;p49"/>
              <p:cNvSpPr/>
              <p:nvPr/>
            </p:nvSpPr>
            <p:spPr>
              <a:xfrm>
                <a:off x="2326172" y="2888865"/>
                <a:ext cx="836231" cy="937189"/>
              </a:xfrm>
              <a:custGeom>
                <a:avLst/>
                <a:gdLst/>
                <a:ahLst/>
                <a:cxnLst/>
                <a:rect l="l" t="t" r="r" b="b"/>
                <a:pathLst>
                  <a:path w="10188" h="11418" extrusionOk="0">
                    <a:moveTo>
                      <a:pt x="5849" y="11148"/>
                    </a:moveTo>
                    <a:lnTo>
                      <a:pt x="9428" y="9089"/>
                    </a:lnTo>
                    <a:cubicBezTo>
                      <a:pt x="9898" y="8819"/>
                      <a:pt x="10188" y="8309"/>
                      <a:pt x="10188" y="7769"/>
                    </a:cubicBezTo>
                    <a:lnTo>
                      <a:pt x="10188" y="3650"/>
                    </a:lnTo>
                    <a:cubicBezTo>
                      <a:pt x="10188" y="3100"/>
                      <a:pt x="9898" y="2600"/>
                      <a:pt x="9428" y="2330"/>
                    </a:cubicBezTo>
                    <a:lnTo>
                      <a:pt x="5849" y="271"/>
                    </a:lnTo>
                    <a:cubicBezTo>
                      <a:pt x="5379" y="1"/>
                      <a:pt x="4799" y="1"/>
                      <a:pt x="4329" y="271"/>
                    </a:cubicBezTo>
                    <a:lnTo>
                      <a:pt x="760" y="2330"/>
                    </a:lnTo>
                    <a:cubicBezTo>
                      <a:pt x="290" y="2600"/>
                      <a:pt x="0" y="3100"/>
                      <a:pt x="0" y="3650"/>
                    </a:cubicBezTo>
                    <a:lnTo>
                      <a:pt x="0" y="7769"/>
                    </a:lnTo>
                    <a:cubicBezTo>
                      <a:pt x="0" y="8309"/>
                      <a:pt x="290" y="8819"/>
                      <a:pt x="760" y="9089"/>
                    </a:cubicBezTo>
                    <a:lnTo>
                      <a:pt x="4329" y="11148"/>
                    </a:lnTo>
                    <a:cubicBezTo>
                      <a:pt x="4799" y="11418"/>
                      <a:pt x="5379" y="11418"/>
                      <a:pt x="5849" y="1114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82" name="Google Shape;782;p49"/>
              <p:cNvGrpSpPr/>
              <p:nvPr/>
            </p:nvGrpSpPr>
            <p:grpSpPr>
              <a:xfrm>
                <a:off x="2456565" y="3210509"/>
                <a:ext cx="575446" cy="293900"/>
                <a:chOff x="7920684" y="3037298"/>
                <a:chExt cx="286035" cy="148195"/>
              </a:xfrm>
            </p:grpSpPr>
            <p:sp>
              <p:nvSpPr>
                <p:cNvPr id="783" name="Google Shape;783;p49"/>
                <p:cNvSpPr/>
                <p:nvPr/>
              </p:nvSpPr>
              <p:spPr>
                <a:xfrm>
                  <a:off x="7920684" y="3037298"/>
                  <a:ext cx="286035" cy="108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0" h="1846" extrusionOk="0">
                      <a:moveTo>
                        <a:pt x="2431" y="1"/>
                      </a:moveTo>
                      <a:cubicBezTo>
                        <a:pt x="2420" y="1"/>
                        <a:pt x="2410" y="3"/>
                        <a:pt x="2400" y="8"/>
                      </a:cubicBezTo>
                      <a:lnTo>
                        <a:pt x="91" y="828"/>
                      </a:lnTo>
                      <a:cubicBezTo>
                        <a:pt x="1" y="858"/>
                        <a:pt x="1" y="988"/>
                        <a:pt x="91" y="1018"/>
                      </a:cubicBezTo>
                      <a:lnTo>
                        <a:pt x="2400" y="1838"/>
                      </a:lnTo>
                      <a:cubicBezTo>
                        <a:pt x="2410" y="1843"/>
                        <a:pt x="2420" y="1845"/>
                        <a:pt x="2431" y="1845"/>
                      </a:cubicBezTo>
                      <a:cubicBezTo>
                        <a:pt x="2443" y="1845"/>
                        <a:pt x="2455" y="1843"/>
                        <a:pt x="2470" y="1838"/>
                      </a:cubicBezTo>
                      <a:lnTo>
                        <a:pt x="4769" y="1018"/>
                      </a:lnTo>
                      <a:cubicBezTo>
                        <a:pt x="4859" y="988"/>
                        <a:pt x="4859" y="858"/>
                        <a:pt x="4769" y="828"/>
                      </a:cubicBezTo>
                      <a:lnTo>
                        <a:pt x="2470" y="8"/>
                      </a:lnTo>
                      <a:cubicBezTo>
                        <a:pt x="2455" y="3"/>
                        <a:pt x="2443" y="1"/>
                        <a:pt x="2431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4" name="Google Shape;784;p49"/>
                <p:cNvSpPr/>
                <p:nvPr/>
              </p:nvSpPr>
              <p:spPr>
                <a:xfrm>
                  <a:off x="7984835" y="3130758"/>
                  <a:ext cx="157731" cy="54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0" h="930" extrusionOk="0">
                      <a:moveTo>
                        <a:pt x="10" y="0"/>
                      </a:moveTo>
                      <a:lnTo>
                        <a:pt x="10" y="510"/>
                      </a:lnTo>
                      <a:cubicBezTo>
                        <a:pt x="0" y="740"/>
                        <a:pt x="190" y="930"/>
                        <a:pt x="420" y="930"/>
                      </a:cubicBezTo>
                      <a:lnTo>
                        <a:pt x="2260" y="930"/>
                      </a:lnTo>
                      <a:cubicBezTo>
                        <a:pt x="2490" y="930"/>
                        <a:pt x="2680" y="740"/>
                        <a:pt x="2680" y="510"/>
                      </a:cubicBezTo>
                      <a:lnTo>
                        <a:pt x="2680" y="0"/>
                      </a:lnTo>
                      <a:lnTo>
                        <a:pt x="1370" y="460"/>
                      </a:lnTo>
                      <a:cubicBezTo>
                        <a:pt x="1360" y="465"/>
                        <a:pt x="1350" y="467"/>
                        <a:pt x="1340" y="467"/>
                      </a:cubicBezTo>
                      <a:cubicBezTo>
                        <a:pt x="1330" y="467"/>
                        <a:pt x="1320" y="465"/>
                        <a:pt x="1310" y="460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85" name="Google Shape;785;p49"/>
            <p:cNvGrpSpPr/>
            <p:nvPr/>
          </p:nvGrpSpPr>
          <p:grpSpPr>
            <a:xfrm>
              <a:off x="1872354" y="539500"/>
              <a:ext cx="835492" cy="937272"/>
              <a:chOff x="1872354" y="539500"/>
              <a:chExt cx="835492" cy="937272"/>
            </a:xfrm>
          </p:grpSpPr>
          <p:sp>
            <p:nvSpPr>
              <p:cNvPr id="786" name="Google Shape;786;p49"/>
              <p:cNvSpPr/>
              <p:nvPr/>
            </p:nvSpPr>
            <p:spPr>
              <a:xfrm>
                <a:off x="1872354" y="539500"/>
                <a:ext cx="835492" cy="937272"/>
              </a:xfrm>
              <a:custGeom>
                <a:avLst/>
                <a:gdLst/>
                <a:ahLst/>
                <a:cxnLst/>
                <a:rect l="l" t="t" r="r" b="b"/>
                <a:pathLst>
                  <a:path w="10179" h="11419" extrusionOk="0">
                    <a:moveTo>
                      <a:pt x="4330" y="271"/>
                    </a:moveTo>
                    <a:lnTo>
                      <a:pt x="761" y="2330"/>
                    </a:lnTo>
                    <a:cubicBezTo>
                      <a:pt x="281" y="2600"/>
                      <a:pt x="1" y="3100"/>
                      <a:pt x="1" y="3650"/>
                    </a:cubicBezTo>
                    <a:lnTo>
                      <a:pt x="1" y="7769"/>
                    </a:lnTo>
                    <a:cubicBezTo>
                      <a:pt x="1" y="8319"/>
                      <a:pt x="281" y="8819"/>
                      <a:pt x="761" y="9089"/>
                    </a:cubicBezTo>
                    <a:lnTo>
                      <a:pt x="4330" y="11148"/>
                    </a:lnTo>
                    <a:cubicBezTo>
                      <a:pt x="4800" y="11418"/>
                      <a:pt x="5379" y="11418"/>
                      <a:pt x="5849" y="11148"/>
                    </a:cubicBezTo>
                    <a:lnTo>
                      <a:pt x="9418" y="9089"/>
                    </a:lnTo>
                    <a:cubicBezTo>
                      <a:pt x="9888" y="8819"/>
                      <a:pt x="10178" y="8319"/>
                      <a:pt x="10178" y="7769"/>
                    </a:cubicBezTo>
                    <a:lnTo>
                      <a:pt x="10178" y="3650"/>
                    </a:lnTo>
                    <a:cubicBezTo>
                      <a:pt x="10178" y="3100"/>
                      <a:pt x="9888" y="2600"/>
                      <a:pt x="9418" y="2330"/>
                    </a:cubicBezTo>
                    <a:lnTo>
                      <a:pt x="5849" y="271"/>
                    </a:lnTo>
                    <a:cubicBezTo>
                      <a:pt x="5379" y="1"/>
                      <a:pt x="4800" y="1"/>
                      <a:pt x="4330" y="27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87" name="Google Shape;787;p49"/>
              <p:cNvGrpSpPr/>
              <p:nvPr/>
            </p:nvGrpSpPr>
            <p:grpSpPr>
              <a:xfrm>
                <a:off x="2032210" y="860582"/>
                <a:ext cx="515781" cy="295107"/>
                <a:chOff x="6657741" y="531789"/>
                <a:chExt cx="292409" cy="166906"/>
              </a:xfrm>
            </p:grpSpPr>
            <p:sp>
              <p:nvSpPr>
                <p:cNvPr id="788" name="Google Shape;788;p49"/>
                <p:cNvSpPr/>
                <p:nvPr/>
              </p:nvSpPr>
              <p:spPr>
                <a:xfrm>
                  <a:off x="6657741" y="616472"/>
                  <a:ext cx="95163" cy="82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1" h="1271" extrusionOk="0">
                      <a:moveTo>
                        <a:pt x="740" y="1"/>
                      </a:moveTo>
                      <a:lnTo>
                        <a:pt x="1" y="1271"/>
                      </a:lnTo>
                      <a:lnTo>
                        <a:pt x="1470" y="1271"/>
                      </a:lnTo>
                      <a:lnTo>
                        <a:pt x="74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9" name="Google Shape;789;p49"/>
                <p:cNvSpPr/>
                <p:nvPr/>
              </p:nvSpPr>
              <p:spPr>
                <a:xfrm>
                  <a:off x="6658388" y="531789"/>
                  <a:ext cx="82224" cy="705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1" h="1090" extrusionOk="0">
                      <a:moveTo>
                        <a:pt x="730" y="0"/>
                      </a:moveTo>
                      <a:cubicBezTo>
                        <a:pt x="241" y="0"/>
                        <a:pt x="1" y="590"/>
                        <a:pt x="340" y="930"/>
                      </a:cubicBezTo>
                      <a:cubicBezTo>
                        <a:pt x="454" y="1040"/>
                        <a:pt x="591" y="1089"/>
                        <a:pt x="725" y="1089"/>
                      </a:cubicBezTo>
                      <a:cubicBezTo>
                        <a:pt x="1005" y="1089"/>
                        <a:pt x="1270" y="875"/>
                        <a:pt x="1270" y="550"/>
                      </a:cubicBezTo>
                      <a:cubicBezTo>
                        <a:pt x="1270" y="250"/>
                        <a:pt x="1030" y="0"/>
                        <a:pt x="73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0" name="Google Shape;790;p49"/>
                <p:cNvSpPr/>
                <p:nvPr/>
              </p:nvSpPr>
              <p:spPr>
                <a:xfrm>
                  <a:off x="6855635" y="616472"/>
                  <a:ext cx="94516" cy="82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1" h="1271" extrusionOk="0">
                      <a:moveTo>
                        <a:pt x="1" y="1"/>
                      </a:moveTo>
                      <a:lnTo>
                        <a:pt x="731" y="1271"/>
                      </a:lnTo>
                      <a:lnTo>
                        <a:pt x="146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1" name="Google Shape;791;p49"/>
                <p:cNvSpPr/>
                <p:nvPr/>
              </p:nvSpPr>
              <p:spPr>
                <a:xfrm>
                  <a:off x="6855635" y="531789"/>
                  <a:ext cx="82224" cy="705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1" h="1090" extrusionOk="0">
                      <a:moveTo>
                        <a:pt x="731" y="0"/>
                      </a:moveTo>
                      <a:cubicBezTo>
                        <a:pt x="241" y="0"/>
                        <a:pt x="1" y="590"/>
                        <a:pt x="341" y="930"/>
                      </a:cubicBezTo>
                      <a:cubicBezTo>
                        <a:pt x="454" y="1040"/>
                        <a:pt x="591" y="1089"/>
                        <a:pt x="726" y="1089"/>
                      </a:cubicBezTo>
                      <a:cubicBezTo>
                        <a:pt x="1005" y="1089"/>
                        <a:pt x="1271" y="875"/>
                        <a:pt x="1271" y="550"/>
                      </a:cubicBezTo>
                      <a:cubicBezTo>
                        <a:pt x="1271" y="250"/>
                        <a:pt x="1031" y="0"/>
                        <a:pt x="73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2" name="Google Shape;792;p49"/>
                <p:cNvSpPr/>
                <p:nvPr/>
              </p:nvSpPr>
              <p:spPr>
                <a:xfrm>
                  <a:off x="6772246" y="584190"/>
                  <a:ext cx="64046" cy="15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" h="240" extrusionOk="0">
                      <a:moveTo>
                        <a:pt x="0" y="0"/>
                      </a:moveTo>
                      <a:lnTo>
                        <a:pt x="0" y="240"/>
                      </a:lnTo>
                      <a:lnTo>
                        <a:pt x="990" y="240"/>
                      </a:lnTo>
                      <a:lnTo>
                        <a:pt x="99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3" name="Google Shape;793;p49"/>
                <p:cNvSpPr/>
                <p:nvPr/>
              </p:nvSpPr>
              <p:spPr>
                <a:xfrm>
                  <a:off x="6772246" y="619059"/>
                  <a:ext cx="64046" cy="14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" h="231" extrusionOk="0">
                      <a:moveTo>
                        <a:pt x="0" y="1"/>
                      </a:moveTo>
                      <a:lnTo>
                        <a:pt x="0" y="231"/>
                      </a:lnTo>
                      <a:lnTo>
                        <a:pt x="990" y="231"/>
                      </a:lnTo>
                      <a:lnTo>
                        <a:pt x="99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94" name="Google Shape;794;p49"/>
            <p:cNvGrpSpPr/>
            <p:nvPr/>
          </p:nvGrpSpPr>
          <p:grpSpPr>
            <a:xfrm>
              <a:off x="2326172" y="1318271"/>
              <a:ext cx="836231" cy="938010"/>
              <a:chOff x="2326172" y="1318271"/>
              <a:chExt cx="836231" cy="938010"/>
            </a:xfrm>
          </p:grpSpPr>
          <p:sp>
            <p:nvSpPr>
              <p:cNvPr id="795" name="Google Shape;795;p49"/>
              <p:cNvSpPr/>
              <p:nvPr/>
            </p:nvSpPr>
            <p:spPr>
              <a:xfrm>
                <a:off x="2326172" y="1318271"/>
                <a:ext cx="836231" cy="938010"/>
              </a:xfrm>
              <a:custGeom>
                <a:avLst/>
                <a:gdLst/>
                <a:ahLst/>
                <a:cxnLst/>
                <a:rect l="l" t="t" r="r" b="b"/>
                <a:pathLst>
                  <a:path w="10188" h="11428" extrusionOk="0">
                    <a:moveTo>
                      <a:pt x="4329" y="270"/>
                    </a:moveTo>
                    <a:lnTo>
                      <a:pt x="760" y="2340"/>
                    </a:lnTo>
                    <a:cubicBezTo>
                      <a:pt x="290" y="2610"/>
                      <a:pt x="0" y="3110"/>
                      <a:pt x="0" y="3650"/>
                    </a:cubicBezTo>
                    <a:lnTo>
                      <a:pt x="0" y="7779"/>
                    </a:lnTo>
                    <a:cubicBezTo>
                      <a:pt x="0" y="8318"/>
                      <a:pt x="290" y="8818"/>
                      <a:pt x="760" y="9088"/>
                    </a:cubicBezTo>
                    <a:lnTo>
                      <a:pt x="4329" y="11158"/>
                    </a:lnTo>
                    <a:cubicBezTo>
                      <a:pt x="4799" y="11428"/>
                      <a:pt x="5379" y="11428"/>
                      <a:pt x="5849" y="11158"/>
                    </a:cubicBezTo>
                    <a:lnTo>
                      <a:pt x="9428" y="9088"/>
                    </a:lnTo>
                    <a:cubicBezTo>
                      <a:pt x="9898" y="8818"/>
                      <a:pt x="10188" y="8318"/>
                      <a:pt x="10188" y="7779"/>
                    </a:cubicBezTo>
                    <a:lnTo>
                      <a:pt x="10188" y="3650"/>
                    </a:lnTo>
                    <a:cubicBezTo>
                      <a:pt x="10188" y="3110"/>
                      <a:pt x="9898" y="2610"/>
                      <a:pt x="9428" y="2340"/>
                    </a:cubicBezTo>
                    <a:lnTo>
                      <a:pt x="5849" y="270"/>
                    </a:lnTo>
                    <a:cubicBezTo>
                      <a:pt x="5379" y="1"/>
                      <a:pt x="4799" y="1"/>
                      <a:pt x="4329" y="27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49"/>
              <p:cNvSpPr/>
              <p:nvPr/>
            </p:nvSpPr>
            <p:spPr>
              <a:xfrm>
                <a:off x="2438512" y="1623725"/>
                <a:ext cx="611551" cy="327102"/>
              </a:xfrm>
              <a:custGeom>
                <a:avLst/>
                <a:gdLst/>
                <a:ahLst/>
                <a:cxnLst/>
                <a:rect l="l" t="t" r="r" b="b"/>
                <a:pathLst>
                  <a:path w="5090" h="2711" extrusionOk="0">
                    <a:moveTo>
                      <a:pt x="2470" y="371"/>
                    </a:moveTo>
                    <a:lnTo>
                      <a:pt x="2470" y="661"/>
                    </a:lnTo>
                    <a:cubicBezTo>
                      <a:pt x="2360" y="661"/>
                      <a:pt x="2240" y="681"/>
                      <a:pt x="2130" y="701"/>
                    </a:cubicBezTo>
                    <a:cubicBezTo>
                      <a:pt x="2190" y="551"/>
                      <a:pt x="2310" y="431"/>
                      <a:pt x="2470" y="371"/>
                    </a:cubicBezTo>
                    <a:close/>
                    <a:moveTo>
                      <a:pt x="2620" y="371"/>
                    </a:moveTo>
                    <a:cubicBezTo>
                      <a:pt x="2770" y="421"/>
                      <a:pt x="2890" y="551"/>
                      <a:pt x="2950" y="701"/>
                    </a:cubicBezTo>
                    <a:cubicBezTo>
                      <a:pt x="2840" y="681"/>
                      <a:pt x="2730" y="671"/>
                      <a:pt x="2620" y="671"/>
                    </a:cubicBezTo>
                    <a:lnTo>
                      <a:pt x="2620" y="661"/>
                    </a:lnTo>
                    <a:lnTo>
                      <a:pt x="2620" y="371"/>
                    </a:lnTo>
                    <a:close/>
                    <a:moveTo>
                      <a:pt x="2230" y="331"/>
                    </a:moveTo>
                    <a:lnTo>
                      <a:pt x="2230" y="331"/>
                    </a:lnTo>
                    <a:cubicBezTo>
                      <a:pt x="2110" y="661"/>
                      <a:pt x="1850" y="921"/>
                      <a:pt x="1520" y="1041"/>
                    </a:cubicBezTo>
                    <a:cubicBezTo>
                      <a:pt x="1630" y="701"/>
                      <a:pt x="1890" y="441"/>
                      <a:pt x="2230" y="331"/>
                    </a:cubicBezTo>
                    <a:close/>
                    <a:moveTo>
                      <a:pt x="2870" y="331"/>
                    </a:moveTo>
                    <a:lnTo>
                      <a:pt x="2870" y="331"/>
                    </a:lnTo>
                    <a:cubicBezTo>
                      <a:pt x="3210" y="441"/>
                      <a:pt x="3470" y="701"/>
                      <a:pt x="3580" y="1041"/>
                    </a:cubicBezTo>
                    <a:cubicBezTo>
                      <a:pt x="3460" y="911"/>
                      <a:pt x="3300" y="811"/>
                      <a:pt x="3140" y="761"/>
                    </a:cubicBezTo>
                    <a:lnTo>
                      <a:pt x="3150" y="761"/>
                    </a:lnTo>
                    <a:cubicBezTo>
                      <a:pt x="3090" y="601"/>
                      <a:pt x="3000" y="451"/>
                      <a:pt x="2870" y="331"/>
                    </a:cubicBezTo>
                    <a:close/>
                    <a:moveTo>
                      <a:pt x="1890" y="941"/>
                    </a:moveTo>
                    <a:lnTo>
                      <a:pt x="1890" y="941"/>
                    </a:lnTo>
                    <a:cubicBezTo>
                      <a:pt x="1870" y="1061"/>
                      <a:pt x="1850" y="1171"/>
                      <a:pt x="1850" y="1281"/>
                    </a:cubicBezTo>
                    <a:lnTo>
                      <a:pt x="1560" y="1281"/>
                    </a:lnTo>
                    <a:cubicBezTo>
                      <a:pt x="1610" y="1121"/>
                      <a:pt x="1740" y="1001"/>
                      <a:pt x="1890" y="941"/>
                    </a:cubicBezTo>
                    <a:close/>
                    <a:moveTo>
                      <a:pt x="2470" y="821"/>
                    </a:moveTo>
                    <a:lnTo>
                      <a:pt x="2470" y="1281"/>
                    </a:lnTo>
                    <a:lnTo>
                      <a:pt x="2000" y="1281"/>
                    </a:lnTo>
                    <a:cubicBezTo>
                      <a:pt x="2010" y="1141"/>
                      <a:pt x="2030" y="1011"/>
                      <a:pt x="2070" y="871"/>
                    </a:cubicBezTo>
                    <a:cubicBezTo>
                      <a:pt x="2200" y="841"/>
                      <a:pt x="2330" y="821"/>
                      <a:pt x="2470" y="821"/>
                    </a:cubicBezTo>
                    <a:close/>
                    <a:moveTo>
                      <a:pt x="2620" y="821"/>
                    </a:moveTo>
                    <a:cubicBezTo>
                      <a:pt x="2750" y="821"/>
                      <a:pt x="2890" y="841"/>
                      <a:pt x="3020" y="881"/>
                    </a:cubicBezTo>
                    <a:cubicBezTo>
                      <a:pt x="3060" y="1011"/>
                      <a:pt x="3080" y="1151"/>
                      <a:pt x="3090" y="1281"/>
                    </a:cubicBezTo>
                    <a:lnTo>
                      <a:pt x="2620" y="1281"/>
                    </a:lnTo>
                    <a:lnTo>
                      <a:pt x="2620" y="821"/>
                    </a:lnTo>
                    <a:close/>
                    <a:moveTo>
                      <a:pt x="3200" y="951"/>
                    </a:moveTo>
                    <a:cubicBezTo>
                      <a:pt x="3350" y="1011"/>
                      <a:pt x="3470" y="1131"/>
                      <a:pt x="3530" y="1281"/>
                    </a:cubicBezTo>
                    <a:lnTo>
                      <a:pt x="3240" y="1281"/>
                    </a:lnTo>
                    <a:cubicBezTo>
                      <a:pt x="3230" y="1171"/>
                      <a:pt x="3220" y="1061"/>
                      <a:pt x="3200" y="951"/>
                    </a:cubicBezTo>
                    <a:close/>
                    <a:moveTo>
                      <a:pt x="1850" y="1431"/>
                    </a:moveTo>
                    <a:cubicBezTo>
                      <a:pt x="1850" y="1541"/>
                      <a:pt x="1870" y="1651"/>
                      <a:pt x="1890" y="1761"/>
                    </a:cubicBezTo>
                    <a:cubicBezTo>
                      <a:pt x="1740" y="1701"/>
                      <a:pt x="1610" y="1581"/>
                      <a:pt x="1550" y="1431"/>
                    </a:cubicBezTo>
                    <a:close/>
                    <a:moveTo>
                      <a:pt x="3540" y="1431"/>
                    </a:moveTo>
                    <a:cubicBezTo>
                      <a:pt x="3480" y="1591"/>
                      <a:pt x="3360" y="1711"/>
                      <a:pt x="3200" y="1771"/>
                    </a:cubicBezTo>
                    <a:cubicBezTo>
                      <a:pt x="3220" y="1661"/>
                      <a:pt x="3230" y="1551"/>
                      <a:pt x="3240" y="1431"/>
                    </a:cubicBezTo>
                    <a:close/>
                    <a:moveTo>
                      <a:pt x="2470" y="1431"/>
                    </a:moveTo>
                    <a:lnTo>
                      <a:pt x="2470" y="1900"/>
                    </a:lnTo>
                    <a:cubicBezTo>
                      <a:pt x="2330" y="1890"/>
                      <a:pt x="2200" y="1870"/>
                      <a:pt x="2070" y="1831"/>
                    </a:cubicBezTo>
                    <a:cubicBezTo>
                      <a:pt x="2030" y="1701"/>
                      <a:pt x="2010" y="1571"/>
                      <a:pt x="2000" y="1431"/>
                    </a:cubicBezTo>
                    <a:close/>
                    <a:moveTo>
                      <a:pt x="3090" y="1431"/>
                    </a:moveTo>
                    <a:cubicBezTo>
                      <a:pt x="3080" y="1571"/>
                      <a:pt x="3060" y="1701"/>
                      <a:pt x="3020" y="1840"/>
                    </a:cubicBezTo>
                    <a:cubicBezTo>
                      <a:pt x="2890" y="1870"/>
                      <a:pt x="2750" y="1900"/>
                      <a:pt x="2620" y="1900"/>
                    </a:cubicBezTo>
                    <a:lnTo>
                      <a:pt x="2620" y="1431"/>
                    </a:lnTo>
                    <a:close/>
                    <a:moveTo>
                      <a:pt x="2130" y="2010"/>
                    </a:moveTo>
                    <a:lnTo>
                      <a:pt x="2130" y="2010"/>
                    </a:lnTo>
                    <a:cubicBezTo>
                      <a:pt x="2240" y="2030"/>
                      <a:pt x="2360" y="2050"/>
                      <a:pt x="2470" y="2050"/>
                    </a:cubicBezTo>
                    <a:lnTo>
                      <a:pt x="2470" y="2350"/>
                    </a:lnTo>
                    <a:cubicBezTo>
                      <a:pt x="2310" y="2290"/>
                      <a:pt x="2190" y="2160"/>
                      <a:pt x="2130" y="2010"/>
                    </a:cubicBezTo>
                    <a:close/>
                    <a:moveTo>
                      <a:pt x="2950" y="2010"/>
                    </a:moveTo>
                    <a:lnTo>
                      <a:pt x="2950" y="2010"/>
                    </a:lnTo>
                    <a:cubicBezTo>
                      <a:pt x="2890" y="2160"/>
                      <a:pt x="2770" y="2290"/>
                      <a:pt x="2620" y="2350"/>
                    </a:cubicBezTo>
                    <a:lnTo>
                      <a:pt x="2620" y="2050"/>
                    </a:lnTo>
                    <a:cubicBezTo>
                      <a:pt x="2730" y="2050"/>
                      <a:pt x="2840" y="2030"/>
                      <a:pt x="2950" y="2010"/>
                    </a:cubicBezTo>
                    <a:close/>
                    <a:moveTo>
                      <a:pt x="3580" y="1671"/>
                    </a:moveTo>
                    <a:cubicBezTo>
                      <a:pt x="3471" y="2015"/>
                      <a:pt x="3208" y="2272"/>
                      <a:pt x="2875" y="2385"/>
                    </a:cubicBezTo>
                    <a:lnTo>
                      <a:pt x="2875" y="2385"/>
                    </a:lnTo>
                    <a:cubicBezTo>
                      <a:pt x="3002" y="2266"/>
                      <a:pt x="3091" y="2118"/>
                      <a:pt x="3150" y="1950"/>
                    </a:cubicBezTo>
                    <a:cubicBezTo>
                      <a:pt x="3310" y="1900"/>
                      <a:pt x="3460" y="1811"/>
                      <a:pt x="3580" y="1671"/>
                    </a:cubicBezTo>
                    <a:close/>
                    <a:moveTo>
                      <a:pt x="1520" y="1681"/>
                    </a:moveTo>
                    <a:lnTo>
                      <a:pt x="1520" y="1681"/>
                    </a:lnTo>
                    <a:cubicBezTo>
                      <a:pt x="1850" y="1801"/>
                      <a:pt x="2110" y="2060"/>
                      <a:pt x="2230" y="2390"/>
                    </a:cubicBezTo>
                    <a:cubicBezTo>
                      <a:pt x="1890" y="2280"/>
                      <a:pt x="1620" y="2020"/>
                      <a:pt x="1520" y="1681"/>
                    </a:cubicBezTo>
                    <a:close/>
                    <a:moveTo>
                      <a:pt x="2540" y="1"/>
                    </a:moveTo>
                    <a:cubicBezTo>
                      <a:pt x="1140" y="1"/>
                      <a:pt x="1" y="1361"/>
                      <a:pt x="1" y="1361"/>
                    </a:cubicBezTo>
                    <a:cubicBezTo>
                      <a:pt x="1" y="1361"/>
                      <a:pt x="1140" y="2710"/>
                      <a:pt x="2540" y="2710"/>
                    </a:cubicBezTo>
                    <a:cubicBezTo>
                      <a:pt x="3950" y="2710"/>
                      <a:pt x="5089" y="1371"/>
                      <a:pt x="5089" y="1371"/>
                    </a:cubicBezTo>
                    <a:cubicBezTo>
                      <a:pt x="5089" y="1371"/>
                      <a:pt x="3950" y="1"/>
                      <a:pt x="254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7" name="Google Shape;797;p49"/>
            <p:cNvGrpSpPr/>
            <p:nvPr/>
          </p:nvGrpSpPr>
          <p:grpSpPr>
            <a:xfrm>
              <a:off x="1871533" y="3665173"/>
              <a:ext cx="836313" cy="938010"/>
              <a:chOff x="1871533" y="3665173"/>
              <a:chExt cx="836313" cy="938010"/>
            </a:xfrm>
          </p:grpSpPr>
          <p:sp>
            <p:nvSpPr>
              <p:cNvPr id="798" name="Google Shape;798;p49"/>
              <p:cNvSpPr/>
              <p:nvPr/>
            </p:nvSpPr>
            <p:spPr>
              <a:xfrm>
                <a:off x="1871533" y="3665173"/>
                <a:ext cx="836313" cy="938010"/>
              </a:xfrm>
              <a:custGeom>
                <a:avLst/>
                <a:gdLst/>
                <a:ahLst/>
                <a:cxnLst/>
                <a:rect l="l" t="t" r="r" b="b"/>
                <a:pathLst>
                  <a:path w="10189" h="11428" extrusionOk="0">
                    <a:moveTo>
                      <a:pt x="4340" y="280"/>
                    </a:moveTo>
                    <a:lnTo>
                      <a:pt x="771" y="2340"/>
                    </a:lnTo>
                    <a:cubicBezTo>
                      <a:pt x="291" y="2610"/>
                      <a:pt x="11" y="3110"/>
                      <a:pt x="11" y="3660"/>
                    </a:cubicBezTo>
                    <a:lnTo>
                      <a:pt x="11" y="7779"/>
                    </a:lnTo>
                    <a:cubicBezTo>
                      <a:pt x="1" y="8318"/>
                      <a:pt x="291" y="8818"/>
                      <a:pt x="771" y="9098"/>
                    </a:cubicBezTo>
                    <a:lnTo>
                      <a:pt x="4340" y="11158"/>
                    </a:lnTo>
                    <a:cubicBezTo>
                      <a:pt x="4810" y="11428"/>
                      <a:pt x="5389" y="11428"/>
                      <a:pt x="5859" y="11158"/>
                    </a:cubicBezTo>
                    <a:lnTo>
                      <a:pt x="9428" y="9098"/>
                    </a:lnTo>
                    <a:cubicBezTo>
                      <a:pt x="9898" y="8818"/>
                      <a:pt x="10188" y="8318"/>
                      <a:pt x="10188" y="7779"/>
                    </a:cubicBezTo>
                    <a:lnTo>
                      <a:pt x="10188" y="3660"/>
                    </a:lnTo>
                    <a:cubicBezTo>
                      <a:pt x="10188" y="3110"/>
                      <a:pt x="9898" y="2610"/>
                      <a:pt x="9428" y="2340"/>
                    </a:cubicBezTo>
                    <a:lnTo>
                      <a:pt x="5859" y="280"/>
                    </a:lnTo>
                    <a:cubicBezTo>
                      <a:pt x="5389" y="0"/>
                      <a:pt x="4810" y="0"/>
                      <a:pt x="4340" y="28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49"/>
              <p:cNvSpPr/>
              <p:nvPr/>
            </p:nvSpPr>
            <p:spPr>
              <a:xfrm>
                <a:off x="2048327" y="4037338"/>
                <a:ext cx="482726" cy="193682"/>
              </a:xfrm>
              <a:custGeom>
                <a:avLst/>
                <a:gdLst/>
                <a:ahLst/>
                <a:cxnLst/>
                <a:rect l="l" t="t" r="r" b="b"/>
                <a:pathLst>
                  <a:path w="4430" h="1811" extrusionOk="0">
                    <a:moveTo>
                      <a:pt x="3223" y="363"/>
                    </a:moveTo>
                    <a:cubicBezTo>
                      <a:pt x="3395" y="363"/>
                      <a:pt x="3560" y="497"/>
                      <a:pt x="3560" y="701"/>
                    </a:cubicBezTo>
                    <a:cubicBezTo>
                      <a:pt x="3560" y="881"/>
                      <a:pt x="3410" y="1031"/>
                      <a:pt x="3230" y="1031"/>
                    </a:cubicBezTo>
                    <a:cubicBezTo>
                      <a:pt x="2930" y="1031"/>
                      <a:pt x="2780" y="671"/>
                      <a:pt x="2990" y="461"/>
                    </a:cubicBezTo>
                    <a:cubicBezTo>
                      <a:pt x="3058" y="393"/>
                      <a:pt x="3141" y="363"/>
                      <a:pt x="3223" y="363"/>
                    </a:cubicBezTo>
                    <a:close/>
                    <a:moveTo>
                      <a:pt x="2620" y="1"/>
                    </a:moveTo>
                    <a:cubicBezTo>
                      <a:pt x="1961" y="1"/>
                      <a:pt x="1391" y="381"/>
                      <a:pt x="1071" y="651"/>
                    </a:cubicBezTo>
                    <a:cubicBezTo>
                      <a:pt x="961" y="311"/>
                      <a:pt x="641" y="81"/>
                      <a:pt x="291" y="81"/>
                    </a:cubicBezTo>
                    <a:cubicBezTo>
                      <a:pt x="191" y="81"/>
                      <a:pt x="91" y="101"/>
                      <a:pt x="1" y="131"/>
                    </a:cubicBezTo>
                    <a:cubicBezTo>
                      <a:pt x="721" y="401"/>
                      <a:pt x="721" y="1411"/>
                      <a:pt x="1" y="1680"/>
                    </a:cubicBezTo>
                    <a:cubicBezTo>
                      <a:pt x="91" y="1710"/>
                      <a:pt x="191" y="1720"/>
                      <a:pt x="291" y="1720"/>
                    </a:cubicBezTo>
                    <a:cubicBezTo>
                      <a:pt x="641" y="1720"/>
                      <a:pt x="961" y="1491"/>
                      <a:pt x="1071" y="1161"/>
                    </a:cubicBezTo>
                    <a:cubicBezTo>
                      <a:pt x="1391" y="1421"/>
                      <a:pt x="1961" y="1810"/>
                      <a:pt x="2620" y="1810"/>
                    </a:cubicBezTo>
                    <a:cubicBezTo>
                      <a:pt x="3620" y="1810"/>
                      <a:pt x="4430" y="901"/>
                      <a:pt x="4430" y="901"/>
                    </a:cubicBezTo>
                    <a:cubicBezTo>
                      <a:pt x="4430" y="901"/>
                      <a:pt x="3620" y="1"/>
                      <a:pt x="262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0" name="Google Shape;800;p49"/>
            <p:cNvGrpSpPr/>
            <p:nvPr/>
          </p:nvGrpSpPr>
          <p:grpSpPr>
            <a:xfrm>
              <a:off x="2780811" y="3665994"/>
              <a:ext cx="836231" cy="938010"/>
              <a:chOff x="2780811" y="3665994"/>
              <a:chExt cx="836231" cy="938010"/>
            </a:xfrm>
          </p:grpSpPr>
          <p:sp>
            <p:nvSpPr>
              <p:cNvPr id="801" name="Google Shape;801;p49"/>
              <p:cNvSpPr/>
              <p:nvPr/>
            </p:nvSpPr>
            <p:spPr>
              <a:xfrm>
                <a:off x="2780811" y="3665994"/>
                <a:ext cx="836231" cy="938010"/>
              </a:xfrm>
              <a:custGeom>
                <a:avLst/>
                <a:gdLst/>
                <a:ahLst/>
                <a:cxnLst/>
                <a:rect l="l" t="t" r="r" b="b"/>
                <a:pathLst>
                  <a:path w="10188" h="11428" extrusionOk="0">
                    <a:moveTo>
                      <a:pt x="4339" y="270"/>
                    </a:moveTo>
                    <a:lnTo>
                      <a:pt x="760" y="2330"/>
                    </a:lnTo>
                    <a:cubicBezTo>
                      <a:pt x="290" y="2600"/>
                      <a:pt x="0" y="3100"/>
                      <a:pt x="0" y="3650"/>
                    </a:cubicBezTo>
                    <a:lnTo>
                      <a:pt x="0" y="7769"/>
                    </a:lnTo>
                    <a:cubicBezTo>
                      <a:pt x="0" y="8308"/>
                      <a:pt x="290" y="8808"/>
                      <a:pt x="760" y="9088"/>
                    </a:cubicBezTo>
                    <a:lnTo>
                      <a:pt x="4339" y="11158"/>
                    </a:lnTo>
                    <a:cubicBezTo>
                      <a:pt x="4809" y="11428"/>
                      <a:pt x="5379" y="11428"/>
                      <a:pt x="5859" y="11158"/>
                    </a:cubicBezTo>
                    <a:lnTo>
                      <a:pt x="9428" y="9088"/>
                    </a:lnTo>
                    <a:cubicBezTo>
                      <a:pt x="9898" y="8818"/>
                      <a:pt x="10188" y="8318"/>
                      <a:pt x="10188" y="7779"/>
                    </a:cubicBezTo>
                    <a:lnTo>
                      <a:pt x="10188" y="3650"/>
                    </a:lnTo>
                    <a:cubicBezTo>
                      <a:pt x="10188" y="3110"/>
                      <a:pt x="9898" y="2610"/>
                      <a:pt x="9428" y="2340"/>
                    </a:cubicBezTo>
                    <a:lnTo>
                      <a:pt x="5859" y="270"/>
                    </a:lnTo>
                    <a:cubicBezTo>
                      <a:pt x="5389" y="0"/>
                      <a:pt x="4809" y="0"/>
                      <a:pt x="4339" y="27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49"/>
              <p:cNvSpPr/>
              <p:nvPr/>
            </p:nvSpPr>
            <p:spPr>
              <a:xfrm>
                <a:off x="2999917" y="3897345"/>
                <a:ext cx="398019" cy="475309"/>
              </a:xfrm>
              <a:custGeom>
                <a:avLst/>
                <a:gdLst/>
                <a:ahLst/>
                <a:cxnLst/>
                <a:rect l="l" t="t" r="r" b="b"/>
                <a:pathLst>
                  <a:path w="3325" h="3960" extrusionOk="0">
                    <a:moveTo>
                      <a:pt x="1937" y="1500"/>
                    </a:moveTo>
                    <a:lnTo>
                      <a:pt x="1937" y="1500"/>
                    </a:lnTo>
                    <a:cubicBezTo>
                      <a:pt x="1927" y="1540"/>
                      <a:pt x="1927" y="1580"/>
                      <a:pt x="1927" y="1630"/>
                    </a:cubicBezTo>
                    <a:cubicBezTo>
                      <a:pt x="1927" y="1780"/>
                      <a:pt x="1977" y="1930"/>
                      <a:pt x="2077" y="2040"/>
                    </a:cubicBezTo>
                    <a:lnTo>
                      <a:pt x="1817" y="2220"/>
                    </a:lnTo>
                    <a:lnTo>
                      <a:pt x="1767" y="1550"/>
                    </a:lnTo>
                    <a:cubicBezTo>
                      <a:pt x="1827" y="1540"/>
                      <a:pt x="1877" y="1520"/>
                      <a:pt x="1937" y="1500"/>
                    </a:cubicBezTo>
                    <a:close/>
                    <a:moveTo>
                      <a:pt x="1378" y="1500"/>
                    </a:moveTo>
                    <a:lnTo>
                      <a:pt x="1378" y="1500"/>
                    </a:lnTo>
                    <a:cubicBezTo>
                      <a:pt x="1437" y="1520"/>
                      <a:pt x="1497" y="1540"/>
                      <a:pt x="1557" y="1550"/>
                    </a:cubicBezTo>
                    <a:lnTo>
                      <a:pt x="1497" y="2230"/>
                    </a:lnTo>
                    <a:lnTo>
                      <a:pt x="1248" y="2050"/>
                    </a:lnTo>
                    <a:cubicBezTo>
                      <a:pt x="1338" y="1940"/>
                      <a:pt x="1398" y="1790"/>
                      <a:pt x="1398" y="1640"/>
                    </a:cubicBezTo>
                    <a:cubicBezTo>
                      <a:pt x="1398" y="1590"/>
                      <a:pt x="1388" y="1550"/>
                      <a:pt x="1378" y="1500"/>
                    </a:cubicBezTo>
                    <a:close/>
                    <a:moveTo>
                      <a:pt x="1657" y="0"/>
                    </a:moveTo>
                    <a:cubicBezTo>
                      <a:pt x="1228" y="0"/>
                      <a:pt x="878" y="340"/>
                      <a:pt x="878" y="780"/>
                    </a:cubicBezTo>
                    <a:cubicBezTo>
                      <a:pt x="878" y="850"/>
                      <a:pt x="888" y="930"/>
                      <a:pt x="918" y="1010"/>
                    </a:cubicBezTo>
                    <a:cubicBezTo>
                      <a:pt x="853" y="991"/>
                      <a:pt x="789" y="982"/>
                      <a:pt x="726" y="982"/>
                    </a:cubicBezTo>
                    <a:cubicBezTo>
                      <a:pt x="326" y="982"/>
                      <a:pt x="0" y="1346"/>
                      <a:pt x="78" y="1770"/>
                    </a:cubicBezTo>
                    <a:cubicBezTo>
                      <a:pt x="140" y="2099"/>
                      <a:pt x="433" y="2306"/>
                      <a:pt x="737" y="2306"/>
                    </a:cubicBezTo>
                    <a:cubicBezTo>
                      <a:pt x="875" y="2306"/>
                      <a:pt x="1016" y="2263"/>
                      <a:pt x="1138" y="2170"/>
                    </a:cubicBezTo>
                    <a:lnTo>
                      <a:pt x="1467" y="2629"/>
                    </a:lnTo>
                    <a:lnTo>
                      <a:pt x="1398" y="3579"/>
                    </a:lnTo>
                    <a:lnTo>
                      <a:pt x="608" y="3579"/>
                    </a:lnTo>
                    <a:cubicBezTo>
                      <a:pt x="508" y="3579"/>
                      <a:pt x="418" y="3669"/>
                      <a:pt x="418" y="3769"/>
                    </a:cubicBezTo>
                    <a:cubicBezTo>
                      <a:pt x="418" y="3879"/>
                      <a:pt x="508" y="3959"/>
                      <a:pt x="608" y="3959"/>
                    </a:cubicBezTo>
                    <a:lnTo>
                      <a:pt x="2707" y="3959"/>
                    </a:lnTo>
                    <a:cubicBezTo>
                      <a:pt x="2807" y="3959"/>
                      <a:pt x="2897" y="3879"/>
                      <a:pt x="2897" y="3769"/>
                    </a:cubicBezTo>
                    <a:cubicBezTo>
                      <a:pt x="2897" y="3669"/>
                      <a:pt x="2807" y="3579"/>
                      <a:pt x="2707" y="3579"/>
                    </a:cubicBezTo>
                    <a:lnTo>
                      <a:pt x="1927" y="3579"/>
                    </a:lnTo>
                    <a:lnTo>
                      <a:pt x="1857" y="2629"/>
                    </a:lnTo>
                    <a:lnTo>
                      <a:pt x="2187" y="2160"/>
                    </a:lnTo>
                    <a:cubicBezTo>
                      <a:pt x="2311" y="2255"/>
                      <a:pt x="2453" y="2298"/>
                      <a:pt x="2593" y="2298"/>
                    </a:cubicBezTo>
                    <a:cubicBezTo>
                      <a:pt x="2895" y="2298"/>
                      <a:pt x="3186" y="2094"/>
                      <a:pt x="3247" y="1760"/>
                    </a:cubicBezTo>
                    <a:cubicBezTo>
                      <a:pt x="3324" y="1338"/>
                      <a:pt x="2995" y="969"/>
                      <a:pt x="2603" y="969"/>
                    </a:cubicBezTo>
                    <a:cubicBezTo>
                      <a:pt x="2539" y="969"/>
                      <a:pt x="2473" y="979"/>
                      <a:pt x="2407" y="1000"/>
                    </a:cubicBezTo>
                    <a:cubicBezTo>
                      <a:pt x="2427" y="920"/>
                      <a:pt x="2437" y="850"/>
                      <a:pt x="2437" y="780"/>
                    </a:cubicBezTo>
                    <a:cubicBezTo>
                      <a:pt x="2437" y="340"/>
                      <a:pt x="2087" y="0"/>
                      <a:pt x="165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3" name="Google Shape;803;p49"/>
            <p:cNvGrpSpPr/>
            <p:nvPr/>
          </p:nvGrpSpPr>
          <p:grpSpPr>
            <a:xfrm>
              <a:off x="1871533" y="2101967"/>
              <a:ext cx="836313" cy="938010"/>
              <a:chOff x="1871533" y="2101967"/>
              <a:chExt cx="836313" cy="938010"/>
            </a:xfrm>
          </p:grpSpPr>
          <p:sp>
            <p:nvSpPr>
              <p:cNvPr id="804" name="Google Shape;804;p49"/>
              <p:cNvSpPr/>
              <p:nvPr/>
            </p:nvSpPr>
            <p:spPr>
              <a:xfrm>
                <a:off x="1871533" y="2101967"/>
                <a:ext cx="836313" cy="938010"/>
              </a:xfrm>
              <a:custGeom>
                <a:avLst/>
                <a:gdLst/>
                <a:ahLst/>
                <a:cxnLst/>
                <a:rect l="l" t="t" r="r" b="b"/>
                <a:pathLst>
                  <a:path w="10189" h="11428" extrusionOk="0">
                    <a:moveTo>
                      <a:pt x="4340" y="270"/>
                    </a:moveTo>
                    <a:lnTo>
                      <a:pt x="771" y="2330"/>
                    </a:lnTo>
                    <a:cubicBezTo>
                      <a:pt x="291" y="2600"/>
                      <a:pt x="11" y="3099"/>
                      <a:pt x="11" y="3649"/>
                    </a:cubicBezTo>
                    <a:lnTo>
                      <a:pt x="11" y="7768"/>
                    </a:lnTo>
                    <a:cubicBezTo>
                      <a:pt x="1" y="8318"/>
                      <a:pt x="291" y="8818"/>
                      <a:pt x="771" y="9088"/>
                    </a:cubicBezTo>
                    <a:lnTo>
                      <a:pt x="4340" y="11147"/>
                    </a:lnTo>
                    <a:cubicBezTo>
                      <a:pt x="4810" y="11427"/>
                      <a:pt x="5389" y="11427"/>
                      <a:pt x="5859" y="11147"/>
                    </a:cubicBezTo>
                    <a:lnTo>
                      <a:pt x="9428" y="9088"/>
                    </a:lnTo>
                    <a:cubicBezTo>
                      <a:pt x="9898" y="8818"/>
                      <a:pt x="10188" y="8318"/>
                      <a:pt x="10188" y="7768"/>
                    </a:cubicBezTo>
                    <a:lnTo>
                      <a:pt x="10188" y="3649"/>
                    </a:lnTo>
                    <a:cubicBezTo>
                      <a:pt x="10188" y="3109"/>
                      <a:pt x="9898" y="2600"/>
                      <a:pt x="9428" y="2330"/>
                    </a:cubicBezTo>
                    <a:lnTo>
                      <a:pt x="5859" y="270"/>
                    </a:lnTo>
                    <a:cubicBezTo>
                      <a:pt x="5389" y="0"/>
                      <a:pt x="4810" y="0"/>
                      <a:pt x="4340" y="27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05" name="Google Shape;805;p49"/>
              <p:cNvGrpSpPr/>
              <p:nvPr/>
            </p:nvGrpSpPr>
            <p:grpSpPr>
              <a:xfrm>
                <a:off x="2082160" y="2368147"/>
                <a:ext cx="415060" cy="405651"/>
                <a:chOff x="8261171" y="1355780"/>
                <a:chExt cx="224054" cy="218385"/>
              </a:xfrm>
            </p:grpSpPr>
            <p:sp>
              <p:nvSpPr>
                <p:cNvPr id="806" name="Google Shape;806;p49"/>
                <p:cNvSpPr/>
                <p:nvPr/>
              </p:nvSpPr>
              <p:spPr>
                <a:xfrm>
                  <a:off x="8349889" y="1455365"/>
                  <a:ext cx="118800" cy="118800"/>
                </a:xfrm>
                <a:prstGeom prst="donut">
                  <a:avLst>
                    <a:gd name="adj" fmla="val 10875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7" name="Google Shape;807;p49"/>
                <p:cNvSpPr/>
                <p:nvPr/>
              </p:nvSpPr>
              <p:spPr>
                <a:xfrm>
                  <a:off x="8281190" y="1455365"/>
                  <a:ext cx="118800" cy="118800"/>
                </a:xfrm>
                <a:prstGeom prst="donut">
                  <a:avLst>
                    <a:gd name="adj" fmla="val 10875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8" name="Google Shape;808;p49"/>
                <p:cNvSpPr/>
                <p:nvPr/>
              </p:nvSpPr>
              <p:spPr>
                <a:xfrm>
                  <a:off x="8261171" y="1396205"/>
                  <a:ext cx="118800" cy="118800"/>
                </a:xfrm>
                <a:prstGeom prst="donut">
                  <a:avLst>
                    <a:gd name="adj" fmla="val 10875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9" name="Google Shape;809;p49"/>
                <p:cNvSpPr/>
                <p:nvPr/>
              </p:nvSpPr>
              <p:spPr>
                <a:xfrm>
                  <a:off x="8366424" y="1396205"/>
                  <a:ext cx="118800" cy="118800"/>
                </a:xfrm>
                <a:prstGeom prst="donut">
                  <a:avLst>
                    <a:gd name="adj" fmla="val 10875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0" name="Google Shape;810;p49"/>
                <p:cNvSpPr/>
                <p:nvPr/>
              </p:nvSpPr>
              <p:spPr>
                <a:xfrm>
                  <a:off x="8314584" y="1355780"/>
                  <a:ext cx="118800" cy="118800"/>
                </a:xfrm>
                <a:prstGeom prst="donut">
                  <a:avLst>
                    <a:gd name="adj" fmla="val 10875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DFC8F4F-F86F-082C-7057-05231E7A0AD7}"/>
              </a:ext>
            </a:extLst>
          </p:cNvPr>
          <p:cNvSpPr txBox="1"/>
          <p:nvPr/>
        </p:nvSpPr>
        <p:spPr>
          <a:xfrm>
            <a:off x="3894364" y="1576569"/>
            <a:ext cx="46645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Instead of </a:t>
            </a:r>
            <a:r>
              <a:rPr lang="en-IN" sz="1800" i="1" dirty="0"/>
              <a:t>“Make → Use → Dump”</a:t>
            </a:r>
            <a:r>
              <a:rPr lang="en-IN" sz="1800" dirty="0"/>
              <a:t>, we go:</a:t>
            </a:r>
            <a:br>
              <a:rPr lang="en-IN" sz="1800" dirty="0"/>
            </a:br>
            <a:r>
              <a:rPr lang="en-IN" sz="1800" dirty="0"/>
              <a:t>“Make → Use → Reuse → Recycle → Repeat”</a:t>
            </a:r>
          </a:p>
          <a:p>
            <a:r>
              <a:rPr lang="en-IN" sz="1800" dirty="0"/>
              <a:t>Example:</a:t>
            </a:r>
          </a:p>
          <a:p>
            <a:r>
              <a:rPr lang="en-IN" sz="1800" dirty="0"/>
              <a:t>Old jeans → tote bag</a:t>
            </a:r>
          </a:p>
          <a:p>
            <a:r>
              <a:rPr lang="en-IN" sz="1800" dirty="0"/>
              <a:t>Scrap paper → handmade notebooks</a:t>
            </a:r>
          </a:p>
          <a:p>
            <a:r>
              <a:rPr lang="en-IN" sz="1800" dirty="0"/>
              <a:t>Old phones → spare parts for labs</a:t>
            </a:r>
          </a:p>
          <a:p>
            <a:r>
              <a:rPr lang="en-IN" sz="1800" dirty="0"/>
              <a:t>♻️ </a:t>
            </a:r>
            <a:r>
              <a:rPr lang="en-IN" sz="1800" i="1" dirty="0"/>
              <a:t>Nothing wasted, everything reused.</a:t>
            </a:r>
            <a:endParaRPr lang="en-IN" sz="1800" dirty="0"/>
          </a:p>
          <a:p>
            <a:endParaRPr lang="en-IN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5" name="Google Shape;815;p50"/>
          <p:cNvGrpSpPr/>
          <p:nvPr/>
        </p:nvGrpSpPr>
        <p:grpSpPr>
          <a:xfrm>
            <a:off x="1316813" y="539492"/>
            <a:ext cx="1348557" cy="3877050"/>
            <a:chOff x="1316813" y="539492"/>
            <a:chExt cx="1348557" cy="3877050"/>
          </a:xfrm>
        </p:grpSpPr>
        <p:sp>
          <p:nvSpPr>
            <p:cNvPr id="816" name="Google Shape;816;p50"/>
            <p:cNvSpPr/>
            <p:nvPr/>
          </p:nvSpPr>
          <p:spPr>
            <a:xfrm>
              <a:off x="1676536" y="1616168"/>
              <a:ext cx="359818" cy="68756"/>
            </a:xfrm>
            <a:custGeom>
              <a:avLst/>
              <a:gdLst/>
              <a:ahLst/>
              <a:cxnLst/>
              <a:rect l="l" t="t" r="r" b="b"/>
              <a:pathLst>
                <a:path w="3780" h="731" extrusionOk="0">
                  <a:moveTo>
                    <a:pt x="1890" y="0"/>
                  </a:moveTo>
                  <a:cubicBezTo>
                    <a:pt x="850" y="0"/>
                    <a:pt x="0" y="170"/>
                    <a:pt x="0" y="370"/>
                  </a:cubicBezTo>
                  <a:cubicBezTo>
                    <a:pt x="0" y="570"/>
                    <a:pt x="850" y="730"/>
                    <a:pt x="1890" y="730"/>
                  </a:cubicBezTo>
                  <a:cubicBezTo>
                    <a:pt x="2939" y="730"/>
                    <a:pt x="3779" y="570"/>
                    <a:pt x="3779" y="370"/>
                  </a:cubicBezTo>
                  <a:cubicBezTo>
                    <a:pt x="3779" y="170"/>
                    <a:pt x="2939" y="0"/>
                    <a:pt x="18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50"/>
            <p:cNvSpPr/>
            <p:nvPr/>
          </p:nvSpPr>
          <p:spPr>
            <a:xfrm>
              <a:off x="1643219" y="1599238"/>
              <a:ext cx="426451" cy="51826"/>
            </a:xfrm>
            <a:custGeom>
              <a:avLst/>
              <a:gdLst/>
              <a:ahLst/>
              <a:cxnLst/>
              <a:rect l="l" t="t" r="r" b="b"/>
              <a:pathLst>
                <a:path w="4480" h="551" extrusionOk="0">
                  <a:moveTo>
                    <a:pt x="2240" y="0"/>
                  </a:moveTo>
                  <a:cubicBezTo>
                    <a:pt x="1000" y="0"/>
                    <a:pt x="0" y="250"/>
                    <a:pt x="0" y="550"/>
                  </a:cubicBezTo>
                  <a:lnTo>
                    <a:pt x="350" y="550"/>
                  </a:lnTo>
                  <a:cubicBezTo>
                    <a:pt x="350" y="350"/>
                    <a:pt x="1200" y="180"/>
                    <a:pt x="2240" y="180"/>
                  </a:cubicBezTo>
                  <a:cubicBezTo>
                    <a:pt x="3289" y="180"/>
                    <a:pt x="4129" y="350"/>
                    <a:pt x="4129" y="550"/>
                  </a:cubicBezTo>
                  <a:lnTo>
                    <a:pt x="4479" y="550"/>
                  </a:lnTo>
                  <a:cubicBezTo>
                    <a:pt x="4479" y="240"/>
                    <a:pt x="3479" y="0"/>
                    <a:pt x="22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50"/>
            <p:cNvSpPr/>
            <p:nvPr/>
          </p:nvSpPr>
          <p:spPr>
            <a:xfrm>
              <a:off x="1643219" y="1599238"/>
              <a:ext cx="426451" cy="51826"/>
            </a:xfrm>
            <a:custGeom>
              <a:avLst/>
              <a:gdLst/>
              <a:ahLst/>
              <a:cxnLst/>
              <a:rect l="l" t="t" r="r" b="b"/>
              <a:pathLst>
                <a:path w="4480" h="551" extrusionOk="0">
                  <a:moveTo>
                    <a:pt x="2240" y="0"/>
                  </a:moveTo>
                  <a:cubicBezTo>
                    <a:pt x="1000" y="0"/>
                    <a:pt x="0" y="250"/>
                    <a:pt x="0" y="550"/>
                  </a:cubicBezTo>
                  <a:lnTo>
                    <a:pt x="350" y="550"/>
                  </a:lnTo>
                  <a:cubicBezTo>
                    <a:pt x="350" y="350"/>
                    <a:pt x="1200" y="180"/>
                    <a:pt x="2240" y="180"/>
                  </a:cubicBezTo>
                  <a:cubicBezTo>
                    <a:pt x="3289" y="180"/>
                    <a:pt x="4129" y="350"/>
                    <a:pt x="4129" y="550"/>
                  </a:cubicBezTo>
                  <a:lnTo>
                    <a:pt x="4479" y="550"/>
                  </a:lnTo>
                  <a:cubicBezTo>
                    <a:pt x="4479" y="240"/>
                    <a:pt x="3479" y="0"/>
                    <a:pt x="2240" y="0"/>
                  </a:cubicBez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50"/>
            <p:cNvSpPr/>
            <p:nvPr/>
          </p:nvSpPr>
          <p:spPr>
            <a:xfrm>
              <a:off x="1630845" y="768898"/>
              <a:ext cx="312223" cy="1597755"/>
            </a:xfrm>
            <a:custGeom>
              <a:avLst/>
              <a:gdLst/>
              <a:ahLst/>
              <a:cxnLst/>
              <a:rect l="l" t="t" r="r" b="b"/>
              <a:pathLst>
                <a:path w="3280" h="16987" extrusionOk="0">
                  <a:moveTo>
                    <a:pt x="110" y="1"/>
                  </a:moveTo>
                  <a:lnTo>
                    <a:pt x="0" y="51"/>
                  </a:lnTo>
                  <a:cubicBezTo>
                    <a:pt x="30" y="131"/>
                    <a:pt x="3149" y="7859"/>
                    <a:pt x="2140" y="16976"/>
                  </a:cubicBezTo>
                  <a:lnTo>
                    <a:pt x="2260" y="16986"/>
                  </a:lnTo>
                  <a:cubicBezTo>
                    <a:pt x="3279" y="7849"/>
                    <a:pt x="140" y="81"/>
                    <a:pt x="1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50"/>
            <p:cNvSpPr/>
            <p:nvPr/>
          </p:nvSpPr>
          <p:spPr>
            <a:xfrm>
              <a:off x="1519472" y="1236270"/>
              <a:ext cx="403606" cy="922516"/>
            </a:xfrm>
            <a:custGeom>
              <a:avLst/>
              <a:gdLst/>
              <a:ahLst/>
              <a:cxnLst/>
              <a:rect l="l" t="t" r="r" b="b"/>
              <a:pathLst>
                <a:path w="4240" h="9808" extrusionOk="0">
                  <a:moveTo>
                    <a:pt x="70" y="0"/>
                  </a:moveTo>
                  <a:lnTo>
                    <a:pt x="0" y="100"/>
                  </a:lnTo>
                  <a:cubicBezTo>
                    <a:pt x="3100" y="2230"/>
                    <a:pt x="4109" y="9478"/>
                    <a:pt x="4069" y="9788"/>
                  </a:cubicBezTo>
                  <a:lnTo>
                    <a:pt x="4189" y="9808"/>
                  </a:lnTo>
                  <a:cubicBezTo>
                    <a:pt x="4239" y="9488"/>
                    <a:pt x="3210" y="2160"/>
                    <a:pt x="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50"/>
            <p:cNvSpPr/>
            <p:nvPr/>
          </p:nvSpPr>
          <p:spPr>
            <a:xfrm>
              <a:off x="1763064" y="1105530"/>
              <a:ext cx="444537" cy="1038207"/>
            </a:xfrm>
            <a:custGeom>
              <a:avLst/>
              <a:gdLst/>
              <a:ahLst/>
              <a:cxnLst/>
              <a:rect l="l" t="t" r="r" b="b"/>
              <a:pathLst>
                <a:path w="4670" h="11038" extrusionOk="0">
                  <a:moveTo>
                    <a:pt x="4570" y="1"/>
                  </a:moveTo>
                  <a:cubicBezTo>
                    <a:pt x="4530" y="51"/>
                    <a:pt x="941" y="4939"/>
                    <a:pt x="1" y="11018"/>
                  </a:cubicBezTo>
                  <a:lnTo>
                    <a:pt x="121" y="11038"/>
                  </a:lnTo>
                  <a:cubicBezTo>
                    <a:pt x="1061" y="4989"/>
                    <a:pt x="4630" y="121"/>
                    <a:pt x="4670" y="71"/>
                  </a:cubicBezTo>
                  <a:lnTo>
                    <a:pt x="45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50"/>
            <p:cNvSpPr/>
            <p:nvPr/>
          </p:nvSpPr>
          <p:spPr>
            <a:xfrm>
              <a:off x="1316813" y="1748695"/>
              <a:ext cx="1080216" cy="2667847"/>
            </a:xfrm>
            <a:custGeom>
              <a:avLst/>
              <a:gdLst/>
              <a:ahLst/>
              <a:cxnLst/>
              <a:rect l="l" t="t" r="r" b="b"/>
              <a:pathLst>
                <a:path w="11348" h="28364" extrusionOk="0">
                  <a:moveTo>
                    <a:pt x="7628" y="4280"/>
                  </a:moveTo>
                  <a:lnTo>
                    <a:pt x="7628" y="1"/>
                  </a:lnTo>
                  <a:lnTo>
                    <a:pt x="3709" y="1"/>
                  </a:lnTo>
                  <a:lnTo>
                    <a:pt x="3709" y="4280"/>
                  </a:lnTo>
                  <a:cubicBezTo>
                    <a:pt x="3709" y="5470"/>
                    <a:pt x="0" y="7009"/>
                    <a:pt x="0" y="9319"/>
                  </a:cubicBezTo>
                  <a:lnTo>
                    <a:pt x="0" y="26125"/>
                  </a:lnTo>
                  <a:cubicBezTo>
                    <a:pt x="0" y="27734"/>
                    <a:pt x="2030" y="28364"/>
                    <a:pt x="5669" y="28364"/>
                  </a:cubicBezTo>
                  <a:cubicBezTo>
                    <a:pt x="9318" y="28364"/>
                    <a:pt x="11347" y="27734"/>
                    <a:pt x="11347" y="26125"/>
                  </a:cubicBezTo>
                  <a:lnTo>
                    <a:pt x="11347" y="9319"/>
                  </a:lnTo>
                  <a:cubicBezTo>
                    <a:pt x="11347" y="7009"/>
                    <a:pt x="7628" y="5470"/>
                    <a:pt x="7628" y="4280"/>
                  </a:cubicBezTo>
                  <a:close/>
                </a:path>
              </a:pathLst>
            </a:custGeom>
            <a:solidFill>
              <a:srgbClr val="98C9C2">
                <a:alpha val="7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50"/>
            <p:cNvSpPr/>
            <p:nvPr/>
          </p:nvSpPr>
          <p:spPr>
            <a:xfrm>
              <a:off x="2135161" y="2275323"/>
              <a:ext cx="261868" cy="2088641"/>
            </a:xfrm>
            <a:custGeom>
              <a:avLst/>
              <a:gdLst/>
              <a:ahLst/>
              <a:cxnLst/>
              <a:rect l="l" t="t" r="r" b="b"/>
              <a:pathLst>
                <a:path w="2751" h="22206" extrusionOk="0">
                  <a:moveTo>
                    <a:pt x="1" y="1"/>
                  </a:moveTo>
                  <a:lnTo>
                    <a:pt x="1" y="1"/>
                  </a:lnTo>
                  <a:cubicBezTo>
                    <a:pt x="751" y="1010"/>
                    <a:pt x="1371" y="2160"/>
                    <a:pt x="1371" y="3500"/>
                  </a:cubicBezTo>
                  <a:lnTo>
                    <a:pt x="1371" y="22205"/>
                  </a:lnTo>
                  <a:cubicBezTo>
                    <a:pt x="2270" y="21845"/>
                    <a:pt x="2750" y="21295"/>
                    <a:pt x="2750" y="20526"/>
                  </a:cubicBezTo>
                  <a:lnTo>
                    <a:pt x="2750" y="3710"/>
                  </a:lnTo>
                  <a:cubicBezTo>
                    <a:pt x="2750" y="2180"/>
                    <a:pt x="1101" y="980"/>
                    <a:pt x="1" y="1"/>
                  </a:cubicBezTo>
                  <a:close/>
                </a:path>
              </a:pathLst>
            </a:custGeom>
            <a:solidFill>
              <a:srgbClr val="222222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50"/>
            <p:cNvSpPr/>
            <p:nvPr/>
          </p:nvSpPr>
          <p:spPr>
            <a:xfrm>
              <a:off x="1643219" y="1650969"/>
              <a:ext cx="426451" cy="156135"/>
            </a:xfrm>
            <a:custGeom>
              <a:avLst/>
              <a:gdLst/>
              <a:ahLst/>
              <a:cxnLst/>
              <a:rect l="l" t="t" r="r" b="b"/>
              <a:pathLst>
                <a:path w="4480" h="1660" extrusionOk="0">
                  <a:moveTo>
                    <a:pt x="0" y="0"/>
                  </a:moveTo>
                  <a:lnTo>
                    <a:pt x="0" y="1110"/>
                  </a:lnTo>
                  <a:cubicBezTo>
                    <a:pt x="0" y="1410"/>
                    <a:pt x="1000" y="1660"/>
                    <a:pt x="2240" y="1660"/>
                  </a:cubicBezTo>
                  <a:cubicBezTo>
                    <a:pt x="3489" y="1660"/>
                    <a:pt x="4479" y="1410"/>
                    <a:pt x="4479" y="1110"/>
                  </a:cubicBezTo>
                  <a:lnTo>
                    <a:pt x="4479" y="0"/>
                  </a:lnTo>
                  <a:lnTo>
                    <a:pt x="4129" y="0"/>
                  </a:lnTo>
                  <a:cubicBezTo>
                    <a:pt x="4129" y="200"/>
                    <a:pt x="3289" y="360"/>
                    <a:pt x="2240" y="360"/>
                  </a:cubicBezTo>
                  <a:cubicBezTo>
                    <a:pt x="1200" y="360"/>
                    <a:pt x="350" y="200"/>
                    <a:pt x="3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50"/>
            <p:cNvSpPr/>
            <p:nvPr/>
          </p:nvSpPr>
          <p:spPr>
            <a:xfrm>
              <a:off x="1559452" y="2568030"/>
              <a:ext cx="36267" cy="769955"/>
            </a:xfrm>
            <a:custGeom>
              <a:avLst/>
              <a:gdLst/>
              <a:ahLst/>
              <a:cxnLst/>
              <a:rect l="l" t="t" r="r" b="b"/>
              <a:pathLst>
                <a:path w="381" h="8186" extrusionOk="0">
                  <a:moveTo>
                    <a:pt x="190" y="0"/>
                  </a:moveTo>
                  <a:cubicBezTo>
                    <a:pt x="95" y="0"/>
                    <a:pt x="0" y="63"/>
                    <a:pt x="0" y="188"/>
                  </a:cubicBezTo>
                  <a:lnTo>
                    <a:pt x="0" y="7996"/>
                  </a:lnTo>
                  <a:cubicBezTo>
                    <a:pt x="0" y="8096"/>
                    <a:pt x="90" y="8186"/>
                    <a:pt x="190" y="8186"/>
                  </a:cubicBezTo>
                  <a:cubicBezTo>
                    <a:pt x="300" y="8186"/>
                    <a:pt x="380" y="8096"/>
                    <a:pt x="380" y="7996"/>
                  </a:cubicBezTo>
                  <a:lnTo>
                    <a:pt x="380" y="188"/>
                  </a:lnTo>
                  <a:cubicBezTo>
                    <a:pt x="380" y="63"/>
                    <a:pt x="285" y="0"/>
                    <a:pt x="1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50"/>
            <p:cNvSpPr/>
            <p:nvPr/>
          </p:nvSpPr>
          <p:spPr>
            <a:xfrm>
              <a:off x="1559452" y="3490452"/>
              <a:ext cx="36267" cy="211441"/>
            </a:xfrm>
            <a:custGeom>
              <a:avLst/>
              <a:gdLst/>
              <a:ahLst/>
              <a:cxnLst/>
              <a:rect l="l" t="t" r="r" b="b"/>
              <a:pathLst>
                <a:path w="381" h="2248" extrusionOk="0">
                  <a:moveTo>
                    <a:pt x="190" y="1"/>
                  </a:moveTo>
                  <a:cubicBezTo>
                    <a:pt x="95" y="1"/>
                    <a:pt x="0" y="63"/>
                    <a:pt x="0" y="188"/>
                  </a:cubicBezTo>
                  <a:lnTo>
                    <a:pt x="0" y="2058"/>
                  </a:lnTo>
                  <a:cubicBezTo>
                    <a:pt x="0" y="2158"/>
                    <a:pt x="90" y="2248"/>
                    <a:pt x="190" y="2248"/>
                  </a:cubicBezTo>
                  <a:cubicBezTo>
                    <a:pt x="300" y="2248"/>
                    <a:pt x="380" y="2158"/>
                    <a:pt x="380" y="2058"/>
                  </a:cubicBezTo>
                  <a:lnTo>
                    <a:pt x="380" y="188"/>
                  </a:lnTo>
                  <a:cubicBezTo>
                    <a:pt x="380" y="63"/>
                    <a:pt x="285" y="1"/>
                    <a:pt x="1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50"/>
            <p:cNvSpPr/>
            <p:nvPr/>
          </p:nvSpPr>
          <p:spPr>
            <a:xfrm>
              <a:off x="1643219" y="1650969"/>
              <a:ext cx="426451" cy="50885"/>
            </a:xfrm>
            <a:custGeom>
              <a:avLst/>
              <a:gdLst/>
              <a:ahLst/>
              <a:cxnLst/>
              <a:rect l="l" t="t" r="r" b="b"/>
              <a:pathLst>
                <a:path w="4480" h="541" extrusionOk="0">
                  <a:moveTo>
                    <a:pt x="0" y="0"/>
                  </a:moveTo>
                  <a:cubicBezTo>
                    <a:pt x="0" y="300"/>
                    <a:pt x="1000" y="540"/>
                    <a:pt x="2240" y="540"/>
                  </a:cubicBezTo>
                  <a:cubicBezTo>
                    <a:pt x="3489" y="540"/>
                    <a:pt x="4479" y="290"/>
                    <a:pt x="4479" y="0"/>
                  </a:cubicBezTo>
                  <a:lnTo>
                    <a:pt x="4129" y="0"/>
                  </a:lnTo>
                  <a:cubicBezTo>
                    <a:pt x="4129" y="200"/>
                    <a:pt x="3289" y="360"/>
                    <a:pt x="2240" y="360"/>
                  </a:cubicBezTo>
                  <a:cubicBezTo>
                    <a:pt x="1200" y="360"/>
                    <a:pt x="350" y="200"/>
                    <a:pt x="3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50"/>
            <p:cNvSpPr/>
            <p:nvPr/>
          </p:nvSpPr>
          <p:spPr>
            <a:xfrm>
              <a:off x="1340515" y="597807"/>
              <a:ext cx="530208" cy="474896"/>
            </a:xfrm>
            <a:custGeom>
              <a:avLst/>
              <a:gdLst/>
              <a:ahLst/>
              <a:cxnLst/>
              <a:rect l="l" t="t" r="r" b="b"/>
              <a:pathLst>
                <a:path w="5570" h="5049" extrusionOk="0">
                  <a:moveTo>
                    <a:pt x="5260" y="2859"/>
                  </a:moveTo>
                  <a:cubicBezTo>
                    <a:pt x="5260" y="2649"/>
                    <a:pt x="5570" y="2379"/>
                    <a:pt x="5200" y="2139"/>
                  </a:cubicBezTo>
                  <a:cubicBezTo>
                    <a:pt x="4840" y="1900"/>
                    <a:pt x="4530" y="1940"/>
                    <a:pt x="4220" y="1960"/>
                  </a:cubicBezTo>
                  <a:cubicBezTo>
                    <a:pt x="3910" y="1980"/>
                    <a:pt x="3240" y="2080"/>
                    <a:pt x="3590" y="1900"/>
                  </a:cubicBezTo>
                  <a:cubicBezTo>
                    <a:pt x="3720" y="1850"/>
                    <a:pt x="3870" y="1820"/>
                    <a:pt x="4010" y="1800"/>
                  </a:cubicBezTo>
                  <a:cubicBezTo>
                    <a:pt x="4410" y="1800"/>
                    <a:pt x="4710" y="1400"/>
                    <a:pt x="4850" y="1070"/>
                  </a:cubicBezTo>
                  <a:cubicBezTo>
                    <a:pt x="4990" y="750"/>
                    <a:pt x="5190" y="110"/>
                    <a:pt x="4720" y="70"/>
                  </a:cubicBezTo>
                  <a:cubicBezTo>
                    <a:pt x="4260" y="40"/>
                    <a:pt x="3760" y="0"/>
                    <a:pt x="3590" y="510"/>
                  </a:cubicBezTo>
                  <a:cubicBezTo>
                    <a:pt x="3460" y="890"/>
                    <a:pt x="3240" y="1160"/>
                    <a:pt x="3180" y="1490"/>
                  </a:cubicBezTo>
                  <a:cubicBezTo>
                    <a:pt x="3070" y="2000"/>
                    <a:pt x="3060" y="1140"/>
                    <a:pt x="2730" y="650"/>
                  </a:cubicBezTo>
                  <a:cubicBezTo>
                    <a:pt x="2400" y="170"/>
                    <a:pt x="2200" y="260"/>
                    <a:pt x="1880" y="250"/>
                  </a:cubicBezTo>
                  <a:cubicBezTo>
                    <a:pt x="1561" y="230"/>
                    <a:pt x="1241" y="20"/>
                    <a:pt x="1041" y="230"/>
                  </a:cubicBezTo>
                  <a:cubicBezTo>
                    <a:pt x="851" y="430"/>
                    <a:pt x="1071" y="480"/>
                    <a:pt x="1101" y="880"/>
                  </a:cubicBezTo>
                  <a:cubicBezTo>
                    <a:pt x="1141" y="1280"/>
                    <a:pt x="1351" y="1370"/>
                    <a:pt x="1900" y="1440"/>
                  </a:cubicBezTo>
                  <a:cubicBezTo>
                    <a:pt x="2460" y="1520"/>
                    <a:pt x="2400" y="1550"/>
                    <a:pt x="2720" y="1750"/>
                  </a:cubicBezTo>
                  <a:cubicBezTo>
                    <a:pt x="3030" y="1960"/>
                    <a:pt x="2600" y="1930"/>
                    <a:pt x="2250" y="1780"/>
                  </a:cubicBezTo>
                  <a:cubicBezTo>
                    <a:pt x="1661" y="1540"/>
                    <a:pt x="1191" y="1390"/>
                    <a:pt x="951" y="1640"/>
                  </a:cubicBezTo>
                  <a:cubicBezTo>
                    <a:pt x="761" y="1870"/>
                    <a:pt x="561" y="2080"/>
                    <a:pt x="351" y="2279"/>
                  </a:cubicBezTo>
                  <a:cubicBezTo>
                    <a:pt x="1" y="2619"/>
                    <a:pt x="21" y="2889"/>
                    <a:pt x="501" y="3009"/>
                  </a:cubicBezTo>
                  <a:cubicBezTo>
                    <a:pt x="991" y="3129"/>
                    <a:pt x="981" y="2949"/>
                    <a:pt x="1641" y="2919"/>
                  </a:cubicBezTo>
                  <a:cubicBezTo>
                    <a:pt x="2310" y="2889"/>
                    <a:pt x="2910" y="2159"/>
                    <a:pt x="2820" y="2349"/>
                  </a:cubicBezTo>
                  <a:cubicBezTo>
                    <a:pt x="2610" y="2759"/>
                    <a:pt x="2380" y="3149"/>
                    <a:pt x="2130" y="3519"/>
                  </a:cubicBezTo>
                  <a:cubicBezTo>
                    <a:pt x="1850" y="3929"/>
                    <a:pt x="2160" y="4289"/>
                    <a:pt x="2790" y="4669"/>
                  </a:cubicBezTo>
                  <a:cubicBezTo>
                    <a:pt x="3410" y="5049"/>
                    <a:pt x="3370" y="4769"/>
                    <a:pt x="3540" y="4479"/>
                  </a:cubicBezTo>
                  <a:cubicBezTo>
                    <a:pt x="3710" y="4199"/>
                    <a:pt x="3650" y="4049"/>
                    <a:pt x="3480" y="3689"/>
                  </a:cubicBezTo>
                  <a:cubicBezTo>
                    <a:pt x="3320" y="3339"/>
                    <a:pt x="3480" y="3279"/>
                    <a:pt x="3400" y="2869"/>
                  </a:cubicBezTo>
                  <a:cubicBezTo>
                    <a:pt x="3320" y="2459"/>
                    <a:pt x="3280" y="2309"/>
                    <a:pt x="3420" y="2459"/>
                  </a:cubicBezTo>
                  <a:cubicBezTo>
                    <a:pt x="3570" y="2599"/>
                    <a:pt x="3840" y="3049"/>
                    <a:pt x="4120" y="3329"/>
                  </a:cubicBezTo>
                  <a:cubicBezTo>
                    <a:pt x="4400" y="3609"/>
                    <a:pt x="4510" y="3609"/>
                    <a:pt x="4800" y="3589"/>
                  </a:cubicBezTo>
                  <a:cubicBezTo>
                    <a:pt x="5090" y="3569"/>
                    <a:pt x="5260" y="3409"/>
                    <a:pt x="5260" y="285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50"/>
            <p:cNvSpPr/>
            <p:nvPr/>
          </p:nvSpPr>
          <p:spPr>
            <a:xfrm>
              <a:off x="1322429" y="1119638"/>
              <a:ext cx="392183" cy="355537"/>
            </a:xfrm>
            <a:custGeom>
              <a:avLst/>
              <a:gdLst/>
              <a:ahLst/>
              <a:cxnLst/>
              <a:rect l="l" t="t" r="r" b="b"/>
              <a:pathLst>
                <a:path w="4120" h="3780" extrusionOk="0">
                  <a:moveTo>
                    <a:pt x="3890" y="2200"/>
                  </a:moveTo>
                  <a:cubicBezTo>
                    <a:pt x="3890" y="2040"/>
                    <a:pt x="4120" y="1840"/>
                    <a:pt x="3860" y="1660"/>
                  </a:cubicBezTo>
                  <a:cubicBezTo>
                    <a:pt x="3600" y="1470"/>
                    <a:pt x="3370" y="1490"/>
                    <a:pt x="3140" y="1500"/>
                  </a:cubicBezTo>
                  <a:cubicBezTo>
                    <a:pt x="2910" y="1510"/>
                    <a:pt x="2410" y="1570"/>
                    <a:pt x="2670" y="1440"/>
                  </a:cubicBezTo>
                  <a:cubicBezTo>
                    <a:pt x="2770" y="1410"/>
                    <a:pt x="2880" y="1390"/>
                    <a:pt x="2990" y="1380"/>
                  </a:cubicBezTo>
                  <a:cubicBezTo>
                    <a:pt x="3280" y="1380"/>
                    <a:pt x="3510" y="1100"/>
                    <a:pt x="3620" y="860"/>
                  </a:cubicBezTo>
                  <a:cubicBezTo>
                    <a:pt x="3730" y="620"/>
                    <a:pt x="3900" y="151"/>
                    <a:pt x="3560" y="121"/>
                  </a:cubicBezTo>
                  <a:cubicBezTo>
                    <a:pt x="3210" y="81"/>
                    <a:pt x="2840" y="41"/>
                    <a:pt x="2710" y="421"/>
                  </a:cubicBezTo>
                  <a:cubicBezTo>
                    <a:pt x="2610" y="690"/>
                    <a:pt x="2440" y="890"/>
                    <a:pt x="2380" y="1130"/>
                  </a:cubicBezTo>
                  <a:cubicBezTo>
                    <a:pt x="2290" y="1500"/>
                    <a:pt x="2300" y="870"/>
                    <a:pt x="2070" y="501"/>
                  </a:cubicBezTo>
                  <a:cubicBezTo>
                    <a:pt x="1831" y="141"/>
                    <a:pt x="1681" y="201"/>
                    <a:pt x="1441" y="181"/>
                  </a:cubicBezTo>
                  <a:cubicBezTo>
                    <a:pt x="1201" y="161"/>
                    <a:pt x="981" y="1"/>
                    <a:pt x="821" y="151"/>
                  </a:cubicBezTo>
                  <a:cubicBezTo>
                    <a:pt x="671" y="291"/>
                    <a:pt x="831" y="331"/>
                    <a:pt x="851" y="630"/>
                  </a:cubicBezTo>
                  <a:cubicBezTo>
                    <a:pt x="871" y="930"/>
                    <a:pt x="1041" y="1000"/>
                    <a:pt x="1441" y="1070"/>
                  </a:cubicBezTo>
                  <a:cubicBezTo>
                    <a:pt x="1841" y="1130"/>
                    <a:pt x="1811" y="1160"/>
                    <a:pt x="2030" y="1320"/>
                  </a:cubicBezTo>
                  <a:cubicBezTo>
                    <a:pt x="2260" y="1470"/>
                    <a:pt x="1941" y="1440"/>
                    <a:pt x="1691" y="1320"/>
                  </a:cubicBezTo>
                  <a:cubicBezTo>
                    <a:pt x="1261" y="1130"/>
                    <a:pt x="911" y="1010"/>
                    <a:pt x="731" y="1200"/>
                  </a:cubicBezTo>
                  <a:cubicBezTo>
                    <a:pt x="591" y="1360"/>
                    <a:pt x="431" y="1510"/>
                    <a:pt x="281" y="1650"/>
                  </a:cubicBezTo>
                  <a:cubicBezTo>
                    <a:pt x="1" y="1900"/>
                    <a:pt x="11" y="2100"/>
                    <a:pt x="371" y="2200"/>
                  </a:cubicBezTo>
                  <a:cubicBezTo>
                    <a:pt x="721" y="2300"/>
                    <a:pt x="731" y="2160"/>
                    <a:pt x="1221" y="2160"/>
                  </a:cubicBezTo>
                  <a:cubicBezTo>
                    <a:pt x="1711" y="2160"/>
                    <a:pt x="2170" y="1630"/>
                    <a:pt x="2100" y="1770"/>
                  </a:cubicBezTo>
                  <a:cubicBezTo>
                    <a:pt x="1931" y="2060"/>
                    <a:pt x="1751" y="2350"/>
                    <a:pt x="1551" y="2620"/>
                  </a:cubicBezTo>
                  <a:cubicBezTo>
                    <a:pt x="1331" y="2910"/>
                    <a:pt x="1561" y="3180"/>
                    <a:pt x="2010" y="3480"/>
                  </a:cubicBezTo>
                  <a:cubicBezTo>
                    <a:pt x="2460" y="3780"/>
                    <a:pt x="2440" y="3570"/>
                    <a:pt x="2570" y="3360"/>
                  </a:cubicBezTo>
                  <a:cubicBezTo>
                    <a:pt x="2700" y="3150"/>
                    <a:pt x="2660" y="3040"/>
                    <a:pt x="2550" y="2770"/>
                  </a:cubicBezTo>
                  <a:cubicBezTo>
                    <a:pt x="2430" y="2500"/>
                    <a:pt x="2550" y="2470"/>
                    <a:pt x="2510" y="2160"/>
                  </a:cubicBezTo>
                  <a:cubicBezTo>
                    <a:pt x="2460" y="1850"/>
                    <a:pt x="2420" y="1740"/>
                    <a:pt x="2530" y="1850"/>
                  </a:cubicBezTo>
                  <a:cubicBezTo>
                    <a:pt x="2640" y="1960"/>
                    <a:pt x="2830" y="2300"/>
                    <a:pt x="3030" y="2520"/>
                  </a:cubicBezTo>
                  <a:cubicBezTo>
                    <a:pt x="3230" y="2730"/>
                    <a:pt x="3310" y="2740"/>
                    <a:pt x="3530" y="2730"/>
                  </a:cubicBezTo>
                  <a:cubicBezTo>
                    <a:pt x="3750" y="2720"/>
                    <a:pt x="3870" y="2600"/>
                    <a:pt x="3890" y="220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50"/>
            <p:cNvSpPr/>
            <p:nvPr/>
          </p:nvSpPr>
          <p:spPr>
            <a:xfrm>
              <a:off x="1650835" y="539492"/>
              <a:ext cx="1014535" cy="1084295"/>
            </a:xfrm>
            <a:custGeom>
              <a:avLst/>
              <a:gdLst/>
              <a:ahLst/>
              <a:cxnLst/>
              <a:rect l="l" t="t" r="r" b="b"/>
              <a:pathLst>
                <a:path w="10658" h="11528" extrusionOk="0">
                  <a:moveTo>
                    <a:pt x="8398" y="7308"/>
                  </a:moveTo>
                  <a:cubicBezTo>
                    <a:pt x="9228" y="7038"/>
                    <a:pt x="10658" y="6988"/>
                    <a:pt x="9788" y="6818"/>
                  </a:cubicBezTo>
                  <a:cubicBezTo>
                    <a:pt x="8918" y="6649"/>
                    <a:pt x="8838" y="6159"/>
                    <a:pt x="7818" y="6059"/>
                  </a:cubicBezTo>
                  <a:cubicBezTo>
                    <a:pt x="7128" y="5989"/>
                    <a:pt x="6858" y="6059"/>
                    <a:pt x="6259" y="6199"/>
                  </a:cubicBezTo>
                  <a:cubicBezTo>
                    <a:pt x="6559" y="6099"/>
                    <a:pt x="6838" y="5969"/>
                    <a:pt x="7118" y="5829"/>
                  </a:cubicBezTo>
                  <a:cubicBezTo>
                    <a:pt x="7548" y="5579"/>
                    <a:pt x="7748" y="5339"/>
                    <a:pt x="8228" y="4669"/>
                  </a:cubicBezTo>
                  <a:cubicBezTo>
                    <a:pt x="8718" y="3999"/>
                    <a:pt x="8758" y="4089"/>
                    <a:pt x="9238" y="3779"/>
                  </a:cubicBezTo>
                  <a:cubicBezTo>
                    <a:pt x="9688" y="3499"/>
                    <a:pt x="9138" y="3629"/>
                    <a:pt x="8188" y="3829"/>
                  </a:cubicBezTo>
                  <a:cubicBezTo>
                    <a:pt x="7438" y="3979"/>
                    <a:pt x="6808" y="4529"/>
                    <a:pt x="6009" y="5499"/>
                  </a:cubicBezTo>
                  <a:cubicBezTo>
                    <a:pt x="6089" y="5359"/>
                    <a:pt x="6169" y="5209"/>
                    <a:pt x="6249" y="5049"/>
                  </a:cubicBezTo>
                  <a:cubicBezTo>
                    <a:pt x="6609" y="4329"/>
                    <a:pt x="7478" y="3929"/>
                    <a:pt x="7438" y="2839"/>
                  </a:cubicBezTo>
                  <a:cubicBezTo>
                    <a:pt x="7388" y="1740"/>
                    <a:pt x="7828" y="0"/>
                    <a:pt x="7328" y="990"/>
                  </a:cubicBezTo>
                  <a:cubicBezTo>
                    <a:pt x="6818" y="1980"/>
                    <a:pt x="6199" y="1910"/>
                    <a:pt x="5719" y="3099"/>
                  </a:cubicBezTo>
                  <a:cubicBezTo>
                    <a:pt x="5319" y="4099"/>
                    <a:pt x="5399" y="4419"/>
                    <a:pt x="5309" y="5699"/>
                  </a:cubicBezTo>
                  <a:cubicBezTo>
                    <a:pt x="5159" y="4249"/>
                    <a:pt x="4949" y="3369"/>
                    <a:pt x="4359" y="2779"/>
                  </a:cubicBezTo>
                  <a:cubicBezTo>
                    <a:pt x="3669" y="2100"/>
                    <a:pt x="3409" y="2090"/>
                    <a:pt x="3769" y="2530"/>
                  </a:cubicBezTo>
                  <a:cubicBezTo>
                    <a:pt x="3969" y="2769"/>
                    <a:pt x="3939" y="2700"/>
                    <a:pt x="3969" y="3529"/>
                  </a:cubicBezTo>
                  <a:cubicBezTo>
                    <a:pt x="4009" y="4359"/>
                    <a:pt x="3939" y="4609"/>
                    <a:pt x="4159" y="5049"/>
                  </a:cubicBezTo>
                  <a:cubicBezTo>
                    <a:pt x="4239" y="5199"/>
                    <a:pt x="4329" y="5339"/>
                    <a:pt x="4429" y="5479"/>
                  </a:cubicBezTo>
                  <a:cubicBezTo>
                    <a:pt x="4339" y="5389"/>
                    <a:pt x="4249" y="5309"/>
                    <a:pt x="4149" y="5229"/>
                  </a:cubicBezTo>
                  <a:cubicBezTo>
                    <a:pt x="3769" y="4919"/>
                    <a:pt x="3469" y="4819"/>
                    <a:pt x="2669" y="4619"/>
                  </a:cubicBezTo>
                  <a:cubicBezTo>
                    <a:pt x="1870" y="4419"/>
                    <a:pt x="1940" y="4339"/>
                    <a:pt x="1480" y="3999"/>
                  </a:cubicBezTo>
                  <a:cubicBezTo>
                    <a:pt x="1040" y="3689"/>
                    <a:pt x="1370" y="4149"/>
                    <a:pt x="1900" y="4969"/>
                  </a:cubicBezTo>
                  <a:cubicBezTo>
                    <a:pt x="2370" y="5669"/>
                    <a:pt x="3229" y="6059"/>
                    <a:pt x="4689" y="6519"/>
                  </a:cubicBezTo>
                  <a:lnTo>
                    <a:pt x="4039" y="6519"/>
                  </a:lnTo>
                  <a:cubicBezTo>
                    <a:pt x="3399" y="6499"/>
                    <a:pt x="2749" y="6199"/>
                    <a:pt x="2050" y="6719"/>
                  </a:cubicBezTo>
                  <a:cubicBezTo>
                    <a:pt x="1350" y="7238"/>
                    <a:pt x="0" y="7718"/>
                    <a:pt x="880" y="7618"/>
                  </a:cubicBezTo>
                  <a:cubicBezTo>
                    <a:pt x="1760" y="7508"/>
                    <a:pt x="1990" y="7948"/>
                    <a:pt x="2989" y="7728"/>
                  </a:cubicBezTo>
                  <a:cubicBezTo>
                    <a:pt x="3829" y="7548"/>
                    <a:pt x="3999" y="7358"/>
                    <a:pt x="4869" y="6858"/>
                  </a:cubicBezTo>
                  <a:cubicBezTo>
                    <a:pt x="4519" y="7138"/>
                    <a:pt x="4199" y="7448"/>
                    <a:pt x="3909" y="7788"/>
                  </a:cubicBezTo>
                  <a:cubicBezTo>
                    <a:pt x="3609" y="8178"/>
                    <a:pt x="3509" y="8478"/>
                    <a:pt x="3319" y="9288"/>
                  </a:cubicBezTo>
                  <a:cubicBezTo>
                    <a:pt x="3129" y="10098"/>
                    <a:pt x="3049" y="10028"/>
                    <a:pt x="2719" y="10498"/>
                  </a:cubicBezTo>
                  <a:cubicBezTo>
                    <a:pt x="2410" y="10927"/>
                    <a:pt x="2869" y="10598"/>
                    <a:pt x="3679" y="10058"/>
                  </a:cubicBezTo>
                  <a:cubicBezTo>
                    <a:pt x="4399" y="9568"/>
                    <a:pt x="4769" y="8688"/>
                    <a:pt x="5209" y="7188"/>
                  </a:cubicBezTo>
                  <a:cubicBezTo>
                    <a:pt x="5199" y="7328"/>
                    <a:pt x="5179" y="7468"/>
                    <a:pt x="5169" y="7598"/>
                  </a:cubicBezTo>
                  <a:cubicBezTo>
                    <a:pt x="5109" y="8188"/>
                    <a:pt x="4849" y="8738"/>
                    <a:pt x="5149" y="9468"/>
                  </a:cubicBezTo>
                  <a:cubicBezTo>
                    <a:pt x="5439" y="10198"/>
                    <a:pt x="5669" y="11527"/>
                    <a:pt x="5669" y="10698"/>
                  </a:cubicBezTo>
                  <a:cubicBezTo>
                    <a:pt x="5669" y="9868"/>
                    <a:pt x="5979" y="9718"/>
                    <a:pt x="5919" y="8768"/>
                  </a:cubicBezTo>
                  <a:cubicBezTo>
                    <a:pt x="5859" y="7988"/>
                    <a:pt x="5749" y="7788"/>
                    <a:pt x="5489" y="6968"/>
                  </a:cubicBezTo>
                  <a:cubicBezTo>
                    <a:pt x="6469" y="8328"/>
                    <a:pt x="7128" y="9078"/>
                    <a:pt x="7988" y="9298"/>
                  </a:cubicBezTo>
                  <a:cubicBezTo>
                    <a:pt x="8938" y="9548"/>
                    <a:pt x="9158" y="9418"/>
                    <a:pt x="8628" y="9218"/>
                  </a:cubicBezTo>
                  <a:cubicBezTo>
                    <a:pt x="8338" y="9118"/>
                    <a:pt x="8398" y="9158"/>
                    <a:pt x="7948" y="8458"/>
                  </a:cubicBezTo>
                  <a:cubicBezTo>
                    <a:pt x="7508" y="7768"/>
                    <a:pt x="7438" y="7518"/>
                    <a:pt x="7028" y="7248"/>
                  </a:cubicBezTo>
                  <a:cubicBezTo>
                    <a:pt x="6669" y="7048"/>
                    <a:pt x="6289" y="6868"/>
                    <a:pt x="5899" y="6729"/>
                  </a:cubicBezTo>
                  <a:cubicBezTo>
                    <a:pt x="6079" y="6778"/>
                    <a:pt x="6269" y="6838"/>
                    <a:pt x="6429" y="6898"/>
                  </a:cubicBezTo>
                  <a:cubicBezTo>
                    <a:pt x="7048" y="7098"/>
                    <a:pt x="7568" y="7588"/>
                    <a:pt x="8398" y="73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50"/>
            <p:cNvSpPr/>
            <p:nvPr/>
          </p:nvSpPr>
          <p:spPr>
            <a:xfrm>
              <a:off x="2066720" y="1067907"/>
              <a:ext cx="193236" cy="136477"/>
            </a:xfrm>
            <a:custGeom>
              <a:avLst/>
              <a:gdLst/>
              <a:ahLst/>
              <a:cxnLst/>
              <a:rect l="l" t="t" r="r" b="b"/>
              <a:pathLst>
                <a:path w="2030" h="1451" extrusionOk="0">
                  <a:moveTo>
                    <a:pt x="1860" y="1061"/>
                  </a:moveTo>
                  <a:cubicBezTo>
                    <a:pt x="1700" y="1350"/>
                    <a:pt x="860" y="1450"/>
                    <a:pt x="510" y="1250"/>
                  </a:cubicBezTo>
                  <a:cubicBezTo>
                    <a:pt x="160" y="1051"/>
                    <a:pt x="0" y="651"/>
                    <a:pt x="160" y="361"/>
                  </a:cubicBezTo>
                  <a:cubicBezTo>
                    <a:pt x="320" y="71"/>
                    <a:pt x="740" y="1"/>
                    <a:pt x="1100" y="201"/>
                  </a:cubicBezTo>
                  <a:cubicBezTo>
                    <a:pt x="1460" y="401"/>
                    <a:pt x="2030" y="771"/>
                    <a:pt x="1860" y="106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50"/>
            <p:cNvSpPr/>
            <p:nvPr/>
          </p:nvSpPr>
          <p:spPr>
            <a:xfrm>
              <a:off x="1590865" y="748205"/>
              <a:ext cx="101948" cy="99795"/>
            </a:xfrm>
            <a:custGeom>
              <a:avLst/>
              <a:gdLst/>
              <a:ahLst/>
              <a:cxnLst/>
              <a:rect l="l" t="t" r="r" b="b"/>
              <a:pathLst>
                <a:path w="1071" h="1061" extrusionOk="0">
                  <a:moveTo>
                    <a:pt x="990" y="161"/>
                  </a:moveTo>
                  <a:cubicBezTo>
                    <a:pt x="1070" y="321"/>
                    <a:pt x="860" y="720"/>
                    <a:pt x="670" y="820"/>
                  </a:cubicBezTo>
                  <a:cubicBezTo>
                    <a:pt x="370" y="1060"/>
                    <a:pt x="0" y="351"/>
                    <a:pt x="380" y="251"/>
                  </a:cubicBezTo>
                  <a:cubicBezTo>
                    <a:pt x="570" y="151"/>
                    <a:pt x="910" y="1"/>
                    <a:pt x="990" y="16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50"/>
            <p:cNvSpPr/>
            <p:nvPr/>
          </p:nvSpPr>
          <p:spPr>
            <a:xfrm>
              <a:off x="1643219" y="1650969"/>
              <a:ext cx="426451" cy="50885"/>
            </a:xfrm>
            <a:custGeom>
              <a:avLst/>
              <a:gdLst/>
              <a:ahLst/>
              <a:cxnLst/>
              <a:rect l="l" t="t" r="r" b="b"/>
              <a:pathLst>
                <a:path w="4480" h="541" extrusionOk="0">
                  <a:moveTo>
                    <a:pt x="0" y="0"/>
                  </a:moveTo>
                  <a:cubicBezTo>
                    <a:pt x="0" y="300"/>
                    <a:pt x="1000" y="540"/>
                    <a:pt x="2240" y="540"/>
                  </a:cubicBezTo>
                  <a:cubicBezTo>
                    <a:pt x="3489" y="540"/>
                    <a:pt x="4479" y="290"/>
                    <a:pt x="4479" y="0"/>
                  </a:cubicBezTo>
                  <a:lnTo>
                    <a:pt x="4129" y="0"/>
                  </a:lnTo>
                  <a:cubicBezTo>
                    <a:pt x="4129" y="200"/>
                    <a:pt x="3289" y="360"/>
                    <a:pt x="2240" y="360"/>
                  </a:cubicBezTo>
                  <a:cubicBezTo>
                    <a:pt x="1200" y="360"/>
                    <a:pt x="350" y="200"/>
                    <a:pt x="350" y="0"/>
                  </a:cubicBez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4" name="Google Shape;834;p50"/>
          <p:cNvSpPr txBox="1">
            <a:spLocks noGrp="1"/>
          </p:cNvSpPr>
          <p:nvPr>
            <p:ph type="subTitle" idx="1"/>
          </p:nvPr>
        </p:nvSpPr>
        <p:spPr>
          <a:xfrm>
            <a:off x="3343605" y="97347"/>
            <a:ext cx="5645535" cy="236938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en-IN" sz="1600" b="1" dirty="0"/>
              <a:t>India’s Green Moves</a:t>
            </a:r>
          </a:p>
          <a:p>
            <a:pPr algn="l"/>
            <a:r>
              <a:rPr lang="en-IN" sz="1600" b="1" dirty="0"/>
              <a:t>Mission </a:t>
            </a:r>
            <a:r>
              <a:rPr lang="en-IN" sz="1600" b="1" dirty="0" err="1"/>
              <a:t>LiFE</a:t>
            </a:r>
            <a:r>
              <a:rPr lang="en-IN" sz="1600" b="1" dirty="0"/>
              <a:t>:</a:t>
            </a:r>
            <a:r>
              <a:rPr lang="en-IN" sz="1600" dirty="0"/>
              <a:t> Lifestyle for Environment (by PM Modi).</a:t>
            </a:r>
          </a:p>
          <a:p>
            <a:pPr algn="l"/>
            <a:r>
              <a:rPr lang="en-IN" sz="1600" b="1" dirty="0"/>
              <a:t>Swachh Bharat Mission:</a:t>
            </a:r>
            <a:r>
              <a:rPr lang="en-IN" sz="1600" dirty="0"/>
              <a:t> cleaner cities, less plastic.</a:t>
            </a:r>
          </a:p>
          <a:p>
            <a:pPr algn="l"/>
            <a:r>
              <a:rPr lang="en-IN" sz="1600" b="1" dirty="0"/>
              <a:t>Plastic bans:</a:t>
            </a:r>
            <a:r>
              <a:rPr lang="en-IN" sz="1600" dirty="0"/>
              <a:t> slowly making a difference.</a:t>
            </a:r>
          </a:p>
          <a:p>
            <a:pPr algn="l"/>
            <a:r>
              <a:rPr lang="en-IN" sz="1600" b="1" dirty="0"/>
              <a:t>College clubs &amp; NGOs: </a:t>
            </a:r>
            <a:r>
              <a:rPr lang="en-IN" sz="1600" dirty="0"/>
              <a:t>Slum swaraj, Naye Pankh, NSS clean-ups.</a:t>
            </a:r>
          </a:p>
          <a:p>
            <a:pPr algn="l"/>
            <a:r>
              <a:rPr lang="en-IN" sz="1600" dirty="0"/>
              <a:t>🌿 </a:t>
            </a:r>
            <a:r>
              <a:rPr lang="en-IN" sz="1600" i="1" dirty="0"/>
              <a:t>India is turning green — one reusable cup at a time.</a:t>
            </a:r>
            <a:endParaRPr lang="en-IN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grpSp>
        <p:nvGrpSpPr>
          <p:cNvPr id="837" name="Google Shape;837;p50"/>
          <p:cNvGrpSpPr/>
          <p:nvPr/>
        </p:nvGrpSpPr>
        <p:grpSpPr>
          <a:xfrm>
            <a:off x="1949956" y="2397710"/>
            <a:ext cx="1835729" cy="2206287"/>
            <a:chOff x="1949956" y="2397711"/>
            <a:chExt cx="1835729" cy="2206287"/>
          </a:xfrm>
        </p:grpSpPr>
        <p:sp>
          <p:nvSpPr>
            <p:cNvPr id="838" name="Google Shape;838;p50"/>
            <p:cNvSpPr/>
            <p:nvPr/>
          </p:nvSpPr>
          <p:spPr>
            <a:xfrm>
              <a:off x="2332445" y="2874860"/>
              <a:ext cx="396392" cy="1729137"/>
            </a:xfrm>
            <a:custGeom>
              <a:avLst/>
              <a:gdLst/>
              <a:ahLst/>
              <a:cxnLst/>
              <a:rect l="l" t="t" r="r" b="b"/>
              <a:pathLst>
                <a:path w="4020" h="17536" extrusionOk="0">
                  <a:moveTo>
                    <a:pt x="1" y="0"/>
                  </a:moveTo>
                  <a:lnTo>
                    <a:pt x="1" y="17536"/>
                  </a:lnTo>
                  <a:lnTo>
                    <a:pt x="4020" y="13217"/>
                  </a:lnTo>
                  <a:lnTo>
                    <a:pt x="40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50"/>
            <p:cNvSpPr/>
            <p:nvPr/>
          </p:nvSpPr>
          <p:spPr>
            <a:xfrm>
              <a:off x="2332445" y="4178123"/>
              <a:ext cx="1118082" cy="425875"/>
            </a:xfrm>
            <a:custGeom>
              <a:avLst/>
              <a:gdLst/>
              <a:ahLst/>
              <a:cxnLst/>
              <a:rect l="l" t="t" r="r" b="b"/>
              <a:pathLst>
                <a:path w="11339" h="4319" extrusionOk="0">
                  <a:moveTo>
                    <a:pt x="4020" y="0"/>
                  </a:moveTo>
                  <a:lnTo>
                    <a:pt x="1" y="4319"/>
                  </a:lnTo>
                  <a:lnTo>
                    <a:pt x="11338" y="4319"/>
                  </a:lnTo>
                  <a:lnTo>
                    <a:pt x="113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50"/>
            <p:cNvSpPr/>
            <p:nvPr/>
          </p:nvSpPr>
          <p:spPr>
            <a:xfrm>
              <a:off x="2829316" y="2615924"/>
              <a:ext cx="221960" cy="195534"/>
            </a:xfrm>
            <a:custGeom>
              <a:avLst/>
              <a:gdLst/>
              <a:ahLst/>
              <a:cxnLst/>
              <a:rect l="l" t="t" r="r" b="b"/>
              <a:pathLst>
                <a:path w="2251" h="1983" extrusionOk="0">
                  <a:moveTo>
                    <a:pt x="1825" y="1"/>
                  </a:moveTo>
                  <a:cubicBezTo>
                    <a:pt x="1550" y="1"/>
                    <a:pt x="1128" y="232"/>
                    <a:pt x="750" y="617"/>
                  </a:cubicBezTo>
                  <a:cubicBezTo>
                    <a:pt x="241" y="1117"/>
                    <a:pt x="1" y="1697"/>
                    <a:pt x="211" y="1906"/>
                  </a:cubicBezTo>
                  <a:cubicBezTo>
                    <a:pt x="262" y="1958"/>
                    <a:pt x="336" y="1983"/>
                    <a:pt x="426" y="1983"/>
                  </a:cubicBezTo>
                  <a:cubicBezTo>
                    <a:pt x="701" y="1983"/>
                    <a:pt x="1123" y="1753"/>
                    <a:pt x="1500" y="1377"/>
                  </a:cubicBezTo>
                  <a:cubicBezTo>
                    <a:pt x="2010" y="867"/>
                    <a:pt x="2250" y="287"/>
                    <a:pt x="2040" y="77"/>
                  </a:cubicBezTo>
                  <a:cubicBezTo>
                    <a:pt x="1989" y="25"/>
                    <a:pt x="1915" y="1"/>
                    <a:pt x="18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50"/>
            <p:cNvSpPr/>
            <p:nvPr/>
          </p:nvSpPr>
          <p:spPr>
            <a:xfrm>
              <a:off x="2332445" y="2874860"/>
              <a:ext cx="1118082" cy="1729137"/>
            </a:xfrm>
            <a:custGeom>
              <a:avLst/>
              <a:gdLst/>
              <a:ahLst/>
              <a:cxnLst/>
              <a:rect l="l" t="t" r="r" b="b"/>
              <a:pathLst>
                <a:path w="11339" h="17536" extrusionOk="0">
                  <a:moveTo>
                    <a:pt x="1" y="0"/>
                  </a:moveTo>
                  <a:lnTo>
                    <a:pt x="1" y="17536"/>
                  </a:lnTo>
                  <a:lnTo>
                    <a:pt x="11338" y="17536"/>
                  </a:lnTo>
                  <a:lnTo>
                    <a:pt x="11338" y="0"/>
                  </a:lnTo>
                  <a:close/>
                  <a:moveTo>
                    <a:pt x="9459" y="15357"/>
                  </a:moveTo>
                  <a:lnTo>
                    <a:pt x="1880" y="15357"/>
                  </a:lnTo>
                  <a:lnTo>
                    <a:pt x="1880" y="5569"/>
                  </a:lnTo>
                  <a:cubicBezTo>
                    <a:pt x="1880" y="3479"/>
                    <a:pt x="3580" y="1780"/>
                    <a:pt x="5669" y="1780"/>
                  </a:cubicBezTo>
                  <a:lnTo>
                    <a:pt x="5669" y="1780"/>
                  </a:lnTo>
                  <a:cubicBezTo>
                    <a:pt x="7759" y="1780"/>
                    <a:pt x="9459" y="3479"/>
                    <a:pt x="9459" y="55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50"/>
            <p:cNvSpPr/>
            <p:nvPr/>
          </p:nvSpPr>
          <p:spPr>
            <a:xfrm>
              <a:off x="2332445" y="2548576"/>
              <a:ext cx="1288570" cy="326383"/>
            </a:xfrm>
            <a:custGeom>
              <a:avLst/>
              <a:gdLst/>
              <a:ahLst/>
              <a:cxnLst/>
              <a:rect l="l" t="t" r="r" b="b"/>
              <a:pathLst>
                <a:path w="13068" h="3310" extrusionOk="0">
                  <a:moveTo>
                    <a:pt x="13068" y="0"/>
                  </a:moveTo>
                  <a:lnTo>
                    <a:pt x="1730" y="0"/>
                  </a:lnTo>
                  <a:lnTo>
                    <a:pt x="1" y="3309"/>
                  </a:lnTo>
                  <a:lnTo>
                    <a:pt x="11338" y="330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50"/>
            <p:cNvSpPr/>
            <p:nvPr/>
          </p:nvSpPr>
          <p:spPr>
            <a:xfrm>
              <a:off x="2332445" y="2548576"/>
              <a:ext cx="1288570" cy="326383"/>
            </a:xfrm>
            <a:custGeom>
              <a:avLst/>
              <a:gdLst/>
              <a:ahLst/>
              <a:cxnLst/>
              <a:rect l="l" t="t" r="r" b="b"/>
              <a:pathLst>
                <a:path w="13068" h="3310" extrusionOk="0">
                  <a:moveTo>
                    <a:pt x="13068" y="0"/>
                  </a:moveTo>
                  <a:lnTo>
                    <a:pt x="1730" y="0"/>
                  </a:lnTo>
                  <a:lnTo>
                    <a:pt x="1" y="3309"/>
                  </a:lnTo>
                  <a:lnTo>
                    <a:pt x="11338" y="3309"/>
                  </a:ln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50"/>
            <p:cNvSpPr/>
            <p:nvPr/>
          </p:nvSpPr>
          <p:spPr>
            <a:xfrm>
              <a:off x="3450429" y="2711176"/>
              <a:ext cx="335257" cy="1892822"/>
            </a:xfrm>
            <a:custGeom>
              <a:avLst/>
              <a:gdLst/>
              <a:ahLst/>
              <a:cxnLst/>
              <a:rect l="l" t="t" r="r" b="b"/>
              <a:pathLst>
                <a:path w="3400" h="19196" extrusionOk="0">
                  <a:moveTo>
                    <a:pt x="3399" y="1"/>
                  </a:moveTo>
                  <a:lnTo>
                    <a:pt x="0" y="1660"/>
                  </a:lnTo>
                  <a:lnTo>
                    <a:pt x="0" y="19196"/>
                  </a:lnTo>
                  <a:lnTo>
                    <a:pt x="3399" y="17536"/>
                  </a:lnTo>
                  <a:lnTo>
                    <a:pt x="339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50"/>
            <p:cNvSpPr/>
            <p:nvPr/>
          </p:nvSpPr>
          <p:spPr>
            <a:xfrm>
              <a:off x="3450429" y="2548576"/>
              <a:ext cx="335257" cy="326383"/>
            </a:xfrm>
            <a:custGeom>
              <a:avLst/>
              <a:gdLst/>
              <a:ahLst/>
              <a:cxnLst/>
              <a:rect l="l" t="t" r="r" b="b"/>
              <a:pathLst>
                <a:path w="3400" h="3310" extrusionOk="0">
                  <a:moveTo>
                    <a:pt x="1730" y="0"/>
                  </a:moveTo>
                  <a:lnTo>
                    <a:pt x="3399" y="1650"/>
                  </a:lnTo>
                  <a:lnTo>
                    <a:pt x="0" y="330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50"/>
            <p:cNvSpPr/>
            <p:nvPr/>
          </p:nvSpPr>
          <p:spPr>
            <a:xfrm>
              <a:off x="3547949" y="2548576"/>
              <a:ext cx="237737" cy="162698"/>
            </a:xfrm>
            <a:custGeom>
              <a:avLst/>
              <a:gdLst/>
              <a:ahLst/>
              <a:cxnLst/>
              <a:rect l="l" t="t" r="r" b="b"/>
              <a:pathLst>
                <a:path w="2411" h="1650" extrusionOk="0">
                  <a:moveTo>
                    <a:pt x="741" y="0"/>
                  </a:moveTo>
                  <a:lnTo>
                    <a:pt x="1" y="1420"/>
                  </a:lnTo>
                  <a:lnTo>
                    <a:pt x="2410" y="1650"/>
                  </a:lnTo>
                  <a:lnTo>
                    <a:pt x="2410" y="1650"/>
                  </a:lnTo>
                  <a:lnTo>
                    <a:pt x="74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50"/>
            <p:cNvSpPr/>
            <p:nvPr/>
          </p:nvSpPr>
          <p:spPr>
            <a:xfrm>
              <a:off x="2503032" y="2397711"/>
              <a:ext cx="1117983" cy="150964"/>
            </a:xfrm>
            <a:custGeom>
              <a:avLst/>
              <a:gdLst/>
              <a:ahLst/>
              <a:cxnLst/>
              <a:rect l="l" t="t" r="r" b="b"/>
              <a:pathLst>
                <a:path w="11338" h="1531" extrusionOk="0">
                  <a:moveTo>
                    <a:pt x="580" y="1"/>
                  </a:moveTo>
                  <a:cubicBezTo>
                    <a:pt x="260" y="11"/>
                    <a:pt x="0" y="270"/>
                    <a:pt x="0" y="590"/>
                  </a:cubicBezTo>
                  <a:lnTo>
                    <a:pt x="0" y="1530"/>
                  </a:lnTo>
                  <a:lnTo>
                    <a:pt x="11338" y="1530"/>
                  </a:lnTo>
                  <a:lnTo>
                    <a:pt x="11338" y="590"/>
                  </a:lnTo>
                  <a:cubicBezTo>
                    <a:pt x="11338" y="270"/>
                    <a:pt x="11068" y="11"/>
                    <a:pt x="107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50"/>
            <p:cNvSpPr/>
            <p:nvPr/>
          </p:nvSpPr>
          <p:spPr>
            <a:xfrm>
              <a:off x="2838190" y="2600245"/>
              <a:ext cx="263275" cy="230834"/>
            </a:xfrm>
            <a:custGeom>
              <a:avLst/>
              <a:gdLst/>
              <a:ahLst/>
              <a:cxnLst/>
              <a:rect l="l" t="t" r="r" b="b"/>
              <a:pathLst>
                <a:path w="2670" h="2341" extrusionOk="0">
                  <a:moveTo>
                    <a:pt x="1854" y="0"/>
                  </a:moveTo>
                  <a:cubicBezTo>
                    <a:pt x="1501" y="0"/>
                    <a:pt x="1068" y="195"/>
                    <a:pt x="710" y="546"/>
                  </a:cubicBezTo>
                  <a:cubicBezTo>
                    <a:pt x="161" y="1096"/>
                    <a:pt x="1" y="1826"/>
                    <a:pt x="341" y="2165"/>
                  </a:cubicBezTo>
                  <a:cubicBezTo>
                    <a:pt x="459" y="2284"/>
                    <a:pt x="624" y="2341"/>
                    <a:pt x="812" y="2341"/>
                  </a:cubicBezTo>
                  <a:cubicBezTo>
                    <a:pt x="1162" y="2341"/>
                    <a:pt x="1592" y="2144"/>
                    <a:pt x="1950" y="1786"/>
                  </a:cubicBezTo>
                  <a:cubicBezTo>
                    <a:pt x="2500" y="1236"/>
                    <a:pt x="2670" y="516"/>
                    <a:pt x="2330" y="176"/>
                  </a:cubicBezTo>
                  <a:cubicBezTo>
                    <a:pt x="2211" y="57"/>
                    <a:pt x="2044" y="0"/>
                    <a:pt x="18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50"/>
            <p:cNvSpPr/>
            <p:nvPr/>
          </p:nvSpPr>
          <p:spPr>
            <a:xfrm>
              <a:off x="2837204" y="2583088"/>
              <a:ext cx="214071" cy="202239"/>
            </a:xfrm>
            <a:custGeom>
              <a:avLst/>
              <a:gdLst/>
              <a:ahLst/>
              <a:cxnLst/>
              <a:rect l="l" t="t" r="r" b="b"/>
              <a:pathLst>
                <a:path w="2171" h="2051" extrusionOk="0">
                  <a:moveTo>
                    <a:pt x="1420" y="0"/>
                  </a:moveTo>
                  <a:lnTo>
                    <a:pt x="1" y="1420"/>
                  </a:lnTo>
                  <a:lnTo>
                    <a:pt x="500" y="1920"/>
                  </a:lnTo>
                  <a:cubicBezTo>
                    <a:pt x="589" y="2008"/>
                    <a:pt x="711" y="2050"/>
                    <a:pt x="848" y="2050"/>
                  </a:cubicBezTo>
                  <a:cubicBezTo>
                    <a:pt x="1098" y="2050"/>
                    <a:pt x="1402" y="1911"/>
                    <a:pt x="1660" y="1660"/>
                  </a:cubicBezTo>
                  <a:cubicBezTo>
                    <a:pt x="2050" y="1260"/>
                    <a:pt x="2170" y="750"/>
                    <a:pt x="1920" y="500"/>
                  </a:cubicBezTo>
                  <a:lnTo>
                    <a:pt x="14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50"/>
            <p:cNvSpPr/>
            <p:nvPr/>
          </p:nvSpPr>
          <p:spPr>
            <a:xfrm>
              <a:off x="2813539" y="2570861"/>
              <a:ext cx="188434" cy="165163"/>
            </a:xfrm>
            <a:custGeom>
              <a:avLst/>
              <a:gdLst/>
              <a:ahLst/>
              <a:cxnLst/>
              <a:rect l="l" t="t" r="r" b="b"/>
              <a:pathLst>
                <a:path w="1911" h="1675" extrusionOk="0">
                  <a:moveTo>
                    <a:pt x="1325" y="1"/>
                  </a:moveTo>
                  <a:cubicBezTo>
                    <a:pt x="1074" y="1"/>
                    <a:pt x="765" y="140"/>
                    <a:pt x="511" y="394"/>
                  </a:cubicBezTo>
                  <a:cubicBezTo>
                    <a:pt x="121" y="784"/>
                    <a:pt x="1" y="1304"/>
                    <a:pt x="241" y="1544"/>
                  </a:cubicBezTo>
                  <a:cubicBezTo>
                    <a:pt x="326" y="1632"/>
                    <a:pt x="446" y="1674"/>
                    <a:pt x="583" y="1674"/>
                  </a:cubicBezTo>
                  <a:cubicBezTo>
                    <a:pt x="833" y="1674"/>
                    <a:pt x="1139" y="1535"/>
                    <a:pt x="1390" y="1284"/>
                  </a:cubicBezTo>
                  <a:cubicBezTo>
                    <a:pt x="1790" y="884"/>
                    <a:pt x="1910" y="374"/>
                    <a:pt x="1660" y="124"/>
                  </a:cubicBezTo>
                  <a:cubicBezTo>
                    <a:pt x="1577" y="40"/>
                    <a:pt x="1459" y="1"/>
                    <a:pt x="13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50"/>
            <p:cNvSpPr/>
            <p:nvPr/>
          </p:nvSpPr>
          <p:spPr>
            <a:xfrm>
              <a:off x="2563181" y="4129806"/>
              <a:ext cx="214071" cy="227876"/>
            </a:xfrm>
            <a:custGeom>
              <a:avLst/>
              <a:gdLst/>
              <a:ahLst/>
              <a:cxnLst/>
              <a:rect l="l" t="t" r="r" b="b"/>
              <a:pathLst>
                <a:path w="2171" h="2311" extrusionOk="0">
                  <a:moveTo>
                    <a:pt x="220" y="0"/>
                  </a:moveTo>
                  <a:lnTo>
                    <a:pt x="0" y="120"/>
                  </a:lnTo>
                  <a:lnTo>
                    <a:pt x="940" y="1860"/>
                  </a:lnTo>
                  <a:cubicBezTo>
                    <a:pt x="800" y="1910"/>
                    <a:pt x="670" y="1990"/>
                    <a:pt x="570" y="2100"/>
                  </a:cubicBezTo>
                  <a:cubicBezTo>
                    <a:pt x="520" y="2150"/>
                    <a:pt x="520" y="2220"/>
                    <a:pt x="570" y="2270"/>
                  </a:cubicBezTo>
                  <a:cubicBezTo>
                    <a:pt x="590" y="2295"/>
                    <a:pt x="620" y="2307"/>
                    <a:pt x="651" y="2307"/>
                  </a:cubicBezTo>
                  <a:cubicBezTo>
                    <a:pt x="683" y="2307"/>
                    <a:pt x="715" y="2295"/>
                    <a:pt x="740" y="2270"/>
                  </a:cubicBezTo>
                  <a:cubicBezTo>
                    <a:pt x="900" y="2110"/>
                    <a:pt x="1110" y="2030"/>
                    <a:pt x="1320" y="2030"/>
                  </a:cubicBezTo>
                  <a:cubicBezTo>
                    <a:pt x="1530" y="2030"/>
                    <a:pt x="1740" y="2110"/>
                    <a:pt x="1900" y="2270"/>
                  </a:cubicBezTo>
                  <a:cubicBezTo>
                    <a:pt x="1929" y="2299"/>
                    <a:pt x="1961" y="2311"/>
                    <a:pt x="1992" y="2311"/>
                  </a:cubicBezTo>
                  <a:cubicBezTo>
                    <a:pt x="2089" y="2311"/>
                    <a:pt x="2171" y="2191"/>
                    <a:pt x="2080" y="2100"/>
                  </a:cubicBezTo>
                  <a:cubicBezTo>
                    <a:pt x="1880" y="1900"/>
                    <a:pt x="1610" y="1780"/>
                    <a:pt x="1330" y="1780"/>
                  </a:cubicBezTo>
                  <a:cubicBezTo>
                    <a:pt x="1280" y="1780"/>
                    <a:pt x="1240" y="1790"/>
                    <a:pt x="1190" y="1790"/>
                  </a:cubicBezTo>
                  <a:lnTo>
                    <a:pt x="2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50"/>
            <p:cNvSpPr/>
            <p:nvPr/>
          </p:nvSpPr>
          <p:spPr>
            <a:xfrm>
              <a:off x="2671548" y="4069657"/>
              <a:ext cx="212099" cy="228764"/>
            </a:xfrm>
            <a:custGeom>
              <a:avLst/>
              <a:gdLst/>
              <a:ahLst/>
              <a:cxnLst/>
              <a:rect l="l" t="t" r="r" b="b"/>
              <a:pathLst>
                <a:path w="2151" h="2320" extrusionOk="0">
                  <a:moveTo>
                    <a:pt x="221" y="0"/>
                  </a:moveTo>
                  <a:lnTo>
                    <a:pt x="1" y="130"/>
                  </a:lnTo>
                  <a:lnTo>
                    <a:pt x="941" y="1870"/>
                  </a:lnTo>
                  <a:cubicBezTo>
                    <a:pt x="801" y="1920"/>
                    <a:pt x="671" y="2000"/>
                    <a:pt x="561" y="2110"/>
                  </a:cubicBezTo>
                  <a:cubicBezTo>
                    <a:pt x="469" y="2194"/>
                    <a:pt x="553" y="2319"/>
                    <a:pt x="651" y="2319"/>
                  </a:cubicBezTo>
                  <a:cubicBezTo>
                    <a:pt x="681" y="2319"/>
                    <a:pt x="713" y="2308"/>
                    <a:pt x="741" y="2280"/>
                  </a:cubicBezTo>
                  <a:cubicBezTo>
                    <a:pt x="901" y="2120"/>
                    <a:pt x="1111" y="2040"/>
                    <a:pt x="1321" y="2040"/>
                  </a:cubicBezTo>
                  <a:cubicBezTo>
                    <a:pt x="1531" y="2040"/>
                    <a:pt x="1741" y="2120"/>
                    <a:pt x="1901" y="2280"/>
                  </a:cubicBezTo>
                  <a:cubicBezTo>
                    <a:pt x="1921" y="2310"/>
                    <a:pt x="1951" y="2320"/>
                    <a:pt x="1991" y="2320"/>
                  </a:cubicBezTo>
                  <a:cubicBezTo>
                    <a:pt x="2100" y="2320"/>
                    <a:pt x="2150" y="2180"/>
                    <a:pt x="2080" y="2110"/>
                  </a:cubicBezTo>
                  <a:lnTo>
                    <a:pt x="2080" y="2100"/>
                  </a:lnTo>
                  <a:cubicBezTo>
                    <a:pt x="1881" y="1900"/>
                    <a:pt x="1611" y="1790"/>
                    <a:pt x="1321" y="1790"/>
                  </a:cubicBezTo>
                  <a:cubicBezTo>
                    <a:pt x="1281" y="1790"/>
                    <a:pt x="1231" y="1790"/>
                    <a:pt x="1191" y="1800"/>
                  </a:cubicBezTo>
                  <a:lnTo>
                    <a:pt x="2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50"/>
            <p:cNvSpPr/>
            <p:nvPr/>
          </p:nvSpPr>
          <p:spPr>
            <a:xfrm>
              <a:off x="2972293" y="3500805"/>
              <a:ext cx="188336" cy="122369"/>
            </a:xfrm>
            <a:custGeom>
              <a:avLst/>
              <a:gdLst/>
              <a:ahLst/>
              <a:cxnLst/>
              <a:rect l="l" t="t" r="r" b="b"/>
              <a:pathLst>
                <a:path w="1910" h="1241" extrusionOk="0">
                  <a:moveTo>
                    <a:pt x="320" y="1"/>
                  </a:moveTo>
                  <a:lnTo>
                    <a:pt x="1910" y="841"/>
                  </a:lnTo>
                  <a:lnTo>
                    <a:pt x="0" y="12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50"/>
            <p:cNvSpPr/>
            <p:nvPr/>
          </p:nvSpPr>
          <p:spPr>
            <a:xfrm>
              <a:off x="1949956" y="3375675"/>
              <a:ext cx="1173202" cy="1161370"/>
            </a:xfrm>
            <a:custGeom>
              <a:avLst/>
              <a:gdLst/>
              <a:ahLst/>
              <a:cxnLst/>
              <a:rect l="l" t="t" r="r" b="b"/>
              <a:pathLst>
                <a:path w="11898" h="11778" extrusionOk="0">
                  <a:moveTo>
                    <a:pt x="2950" y="7778"/>
                  </a:moveTo>
                  <a:cubicBezTo>
                    <a:pt x="5999" y="9008"/>
                    <a:pt x="9189" y="8538"/>
                    <a:pt x="10468" y="6878"/>
                  </a:cubicBezTo>
                  <a:cubicBezTo>
                    <a:pt x="11628" y="5379"/>
                    <a:pt x="11108" y="2889"/>
                    <a:pt x="11108" y="2889"/>
                  </a:cubicBezTo>
                  <a:cubicBezTo>
                    <a:pt x="11108" y="2889"/>
                    <a:pt x="11898" y="1990"/>
                    <a:pt x="11168" y="1080"/>
                  </a:cubicBezTo>
                  <a:cubicBezTo>
                    <a:pt x="10288" y="0"/>
                    <a:pt x="9089" y="620"/>
                    <a:pt x="8299" y="1400"/>
                  </a:cubicBezTo>
                  <a:lnTo>
                    <a:pt x="1" y="9698"/>
                  </a:lnTo>
                  <a:lnTo>
                    <a:pt x="171" y="1177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50"/>
            <p:cNvSpPr/>
            <p:nvPr/>
          </p:nvSpPr>
          <p:spPr>
            <a:xfrm>
              <a:off x="2206329" y="3569828"/>
              <a:ext cx="766062" cy="657597"/>
            </a:xfrm>
            <a:custGeom>
              <a:avLst/>
              <a:gdLst/>
              <a:ahLst/>
              <a:cxnLst/>
              <a:rect l="l" t="t" r="r" b="b"/>
              <a:pathLst>
                <a:path w="7769" h="6669" extrusionOk="0">
                  <a:moveTo>
                    <a:pt x="0" y="5139"/>
                  </a:moveTo>
                  <a:cubicBezTo>
                    <a:pt x="0" y="5139"/>
                    <a:pt x="3149" y="6669"/>
                    <a:pt x="5689" y="4849"/>
                  </a:cubicBezTo>
                  <a:cubicBezTo>
                    <a:pt x="7768" y="3350"/>
                    <a:pt x="7318" y="1540"/>
                    <a:pt x="7318" y="1540"/>
                  </a:cubicBezTo>
                  <a:lnTo>
                    <a:pt x="51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50"/>
            <p:cNvSpPr/>
            <p:nvPr/>
          </p:nvSpPr>
          <p:spPr>
            <a:xfrm>
              <a:off x="2712962" y="3375675"/>
              <a:ext cx="410197" cy="284968"/>
            </a:xfrm>
            <a:custGeom>
              <a:avLst/>
              <a:gdLst/>
              <a:ahLst/>
              <a:cxnLst/>
              <a:rect l="l" t="t" r="r" b="b"/>
              <a:pathLst>
                <a:path w="4160" h="2890" extrusionOk="0">
                  <a:moveTo>
                    <a:pt x="561" y="1410"/>
                  </a:moveTo>
                  <a:lnTo>
                    <a:pt x="1" y="1970"/>
                  </a:lnTo>
                  <a:lnTo>
                    <a:pt x="3370" y="2889"/>
                  </a:lnTo>
                  <a:cubicBezTo>
                    <a:pt x="3370" y="2889"/>
                    <a:pt x="4160" y="1990"/>
                    <a:pt x="3430" y="1090"/>
                  </a:cubicBezTo>
                  <a:cubicBezTo>
                    <a:pt x="2560" y="0"/>
                    <a:pt x="1351" y="620"/>
                    <a:pt x="561" y="141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50"/>
            <p:cNvSpPr/>
            <p:nvPr/>
          </p:nvSpPr>
          <p:spPr>
            <a:xfrm>
              <a:off x="2283143" y="3721680"/>
              <a:ext cx="644877" cy="374699"/>
            </a:xfrm>
            <a:custGeom>
              <a:avLst/>
              <a:gdLst/>
              <a:ahLst/>
              <a:cxnLst/>
              <a:rect l="l" t="t" r="r" b="b"/>
              <a:pathLst>
                <a:path w="6540" h="3800" extrusionOk="0">
                  <a:moveTo>
                    <a:pt x="6539" y="0"/>
                  </a:moveTo>
                  <a:cubicBezTo>
                    <a:pt x="6539" y="0"/>
                    <a:pt x="5270" y="3799"/>
                    <a:pt x="1" y="2819"/>
                  </a:cubicBezTo>
                  <a:lnTo>
                    <a:pt x="1061" y="1750"/>
                  </a:lnTo>
                  <a:cubicBezTo>
                    <a:pt x="1061" y="1750"/>
                    <a:pt x="4090" y="2700"/>
                    <a:pt x="6539" y="0"/>
                  </a:cubicBez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50"/>
            <p:cNvSpPr/>
            <p:nvPr/>
          </p:nvSpPr>
          <p:spPr>
            <a:xfrm>
              <a:off x="2440911" y="3721680"/>
              <a:ext cx="487109" cy="188336"/>
            </a:xfrm>
            <a:custGeom>
              <a:avLst/>
              <a:gdLst/>
              <a:ahLst/>
              <a:cxnLst/>
              <a:rect l="l" t="t" r="r" b="b"/>
              <a:pathLst>
                <a:path w="4940" h="1910" extrusionOk="0">
                  <a:moveTo>
                    <a:pt x="4939" y="0"/>
                  </a:moveTo>
                  <a:cubicBezTo>
                    <a:pt x="4939" y="0"/>
                    <a:pt x="3760" y="1910"/>
                    <a:pt x="1" y="1220"/>
                  </a:cubicBezTo>
                  <a:lnTo>
                    <a:pt x="1070" y="150"/>
                  </a:lnTo>
                  <a:cubicBezTo>
                    <a:pt x="1070" y="150"/>
                    <a:pt x="2470" y="950"/>
                    <a:pt x="4939" y="0"/>
                  </a:cubicBez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50"/>
            <p:cNvSpPr/>
            <p:nvPr/>
          </p:nvSpPr>
          <p:spPr>
            <a:xfrm>
              <a:off x="2970321" y="3517568"/>
              <a:ext cx="51373" cy="44964"/>
            </a:xfrm>
            <a:custGeom>
              <a:avLst/>
              <a:gdLst/>
              <a:ahLst/>
              <a:cxnLst/>
              <a:rect l="l" t="t" r="r" b="b"/>
              <a:pathLst>
                <a:path w="521" h="456" extrusionOk="0">
                  <a:moveTo>
                    <a:pt x="300" y="1"/>
                  </a:moveTo>
                  <a:cubicBezTo>
                    <a:pt x="100" y="1"/>
                    <a:pt x="0" y="241"/>
                    <a:pt x="140" y="391"/>
                  </a:cubicBezTo>
                  <a:cubicBezTo>
                    <a:pt x="185" y="436"/>
                    <a:pt x="241" y="456"/>
                    <a:pt x="295" y="456"/>
                  </a:cubicBezTo>
                  <a:cubicBezTo>
                    <a:pt x="410" y="456"/>
                    <a:pt x="520" y="366"/>
                    <a:pt x="520" y="231"/>
                  </a:cubicBezTo>
                  <a:cubicBezTo>
                    <a:pt x="520" y="101"/>
                    <a:pt x="420" y="1"/>
                    <a:pt x="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AFDAEDA-582A-3544-F25A-779375CD8260}"/>
              </a:ext>
            </a:extLst>
          </p:cNvPr>
          <p:cNvSpPr txBox="1"/>
          <p:nvPr/>
        </p:nvSpPr>
        <p:spPr>
          <a:xfrm>
            <a:off x="4020169" y="2583087"/>
            <a:ext cx="468550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Global &amp; Brand 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Patagonia:</a:t>
            </a:r>
            <a:r>
              <a:rPr lang="en-US" sz="1600" dirty="0"/>
              <a:t> repairs old clothes for free.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IKEA:</a:t>
            </a:r>
            <a:r>
              <a:rPr lang="en-US" sz="1600" dirty="0"/>
              <a:t> uses recycled materials.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Phool.co (India):</a:t>
            </a:r>
            <a:r>
              <a:rPr lang="en-US" sz="1600" dirty="0"/>
              <a:t> makes incense from temple flowers.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Goonj:</a:t>
            </a:r>
            <a:r>
              <a:rPr lang="en-US" sz="1600" dirty="0"/>
              <a:t> turns old clothes into rural products.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54"/>
          <p:cNvSpPr txBox="1">
            <a:spLocks noGrp="1"/>
          </p:cNvSpPr>
          <p:nvPr>
            <p:ph type="subTitle" idx="1"/>
          </p:nvPr>
        </p:nvSpPr>
        <p:spPr>
          <a:xfrm>
            <a:off x="2683229" y="1236211"/>
            <a:ext cx="6217616" cy="26297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Our College Can Do This</a:t>
            </a:r>
          </a:p>
          <a:p>
            <a:endParaRPr lang="en-US" b="1" dirty="0"/>
          </a:p>
          <a:p>
            <a:pPr>
              <a:lnSpc>
                <a:spcPct val="150000"/>
              </a:lnSpc>
            </a:pPr>
            <a:r>
              <a:rPr lang="en-US" dirty="0"/>
              <a:t>Eco-friendly canteen: No plastic spoons or cups.</a:t>
            </a:r>
          </a:p>
          <a:p>
            <a:pPr>
              <a:lnSpc>
                <a:spcPct val="150000"/>
              </a:lnSpc>
            </a:pPr>
            <a:r>
              <a:rPr lang="en-US" dirty="0"/>
              <a:t>Paperless admin work (use Google Forms).</a:t>
            </a:r>
          </a:p>
          <a:p>
            <a:pPr>
              <a:lnSpc>
                <a:spcPct val="150000"/>
              </a:lnSpc>
            </a:pPr>
            <a:r>
              <a:rPr lang="en-US" dirty="0"/>
              <a:t>Waste segregation bins in every block.</a:t>
            </a:r>
          </a:p>
          <a:p>
            <a:pPr>
              <a:lnSpc>
                <a:spcPct val="150000"/>
              </a:lnSpc>
            </a:pPr>
            <a:r>
              <a:rPr lang="en-US" dirty="0"/>
              <a:t>Sustainable college merch (cotton tees, cloth bags).</a:t>
            </a:r>
          </a:p>
          <a:p>
            <a:pPr>
              <a:lnSpc>
                <a:spcPct val="150000"/>
              </a:lnSpc>
            </a:pPr>
            <a:r>
              <a:rPr lang="en-US" dirty="0"/>
              <a:t>Sustainability drives &amp; awareness posters made by students.</a:t>
            </a:r>
          </a:p>
          <a:p>
            <a:pPr>
              <a:lnSpc>
                <a:spcPct val="150000"/>
              </a:lnSpc>
            </a:pPr>
            <a:r>
              <a:rPr lang="en-US" dirty="0"/>
              <a:t>📅 </a:t>
            </a:r>
            <a:r>
              <a:rPr lang="en-US" i="1" dirty="0"/>
              <a:t>One green week a semester = big long-term impact.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ato Black"/>
              <a:ea typeface="Lato Black"/>
              <a:cs typeface="Lato Black"/>
              <a:sym typeface="Lato Black"/>
            </a:endParaRPr>
          </a:p>
        </p:txBody>
      </p:sp>
      <p:grpSp>
        <p:nvGrpSpPr>
          <p:cNvPr id="934" name="Google Shape;934;p54"/>
          <p:cNvGrpSpPr/>
          <p:nvPr/>
        </p:nvGrpSpPr>
        <p:grpSpPr>
          <a:xfrm>
            <a:off x="964616" y="-117275"/>
            <a:ext cx="1828800" cy="4135117"/>
            <a:chOff x="964616" y="-117275"/>
            <a:chExt cx="1828800" cy="4135117"/>
          </a:xfrm>
        </p:grpSpPr>
        <p:sp>
          <p:nvSpPr>
            <p:cNvPr id="935" name="Google Shape;935;p54"/>
            <p:cNvSpPr/>
            <p:nvPr/>
          </p:nvSpPr>
          <p:spPr>
            <a:xfrm>
              <a:off x="964616" y="1517727"/>
              <a:ext cx="1828800" cy="2500115"/>
            </a:xfrm>
            <a:custGeom>
              <a:avLst/>
              <a:gdLst/>
              <a:ahLst/>
              <a:cxnLst/>
              <a:rect l="l" t="t" r="r" b="b"/>
              <a:pathLst>
                <a:path w="10589" h="14467" extrusionOk="0">
                  <a:moveTo>
                    <a:pt x="8979" y="1"/>
                  </a:moveTo>
                  <a:lnTo>
                    <a:pt x="1610" y="1"/>
                  </a:lnTo>
                  <a:cubicBezTo>
                    <a:pt x="771" y="780"/>
                    <a:pt x="1" y="1910"/>
                    <a:pt x="1" y="4349"/>
                  </a:cubicBezTo>
                  <a:lnTo>
                    <a:pt x="1" y="9978"/>
                  </a:lnTo>
                  <a:cubicBezTo>
                    <a:pt x="1" y="11268"/>
                    <a:pt x="281" y="12647"/>
                    <a:pt x="511" y="13277"/>
                  </a:cubicBezTo>
                  <a:cubicBezTo>
                    <a:pt x="681" y="13717"/>
                    <a:pt x="1061" y="14037"/>
                    <a:pt x="1530" y="14117"/>
                  </a:cubicBezTo>
                  <a:cubicBezTo>
                    <a:pt x="2770" y="14327"/>
                    <a:pt x="4030" y="14447"/>
                    <a:pt x="5290" y="14467"/>
                  </a:cubicBezTo>
                  <a:cubicBezTo>
                    <a:pt x="6559" y="14447"/>
                    <a:pt x="7819" y="14327"/>
                    <a:pt x="9059" y="14117"/>
                  </a:cubicBezTo>
                  <a:cubicBezTo>
                    <a:pt x="9519" y="14037"/>
                    <a:pt x="9908" y="13717"/>
                    <a:pt x="10078" y="13277"/>
                  </a:cubicBezTo>
                  <a:cubicBezTo>
                    <a:pt x="10308" y="12647"/>
                    <a:pt x="10588" y="11268"/>
                    <a:pt x="10588" y="9978"/>
                  </a:cubicBezTo>
                  <a:lnTo>
                    <a:pt x="10588" y="4349"/>
                  </a:lnTo>
                  <a:cubicBezTo>
                    <a:pt x="10588" y="1910"/>
                    <a:pt x="9818" y="780"/>
                    <a:pt x="8979" y="1"/>
                  </a:cubicBezTo>
                  <a:close/>
                </a:path>
              </a:pathLst>
            </a:custGeom>
            <a:solidFill>
              <a:srgbClr val="98C9C2">
                <a:alpha val="7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54"/>
            <p:cNvSpPr/>
            <p:nvPr/>
          </p:nvSpPr>
          <p:spPr>
            <a:xfrm>
              <a:off x="1822800" y="2848057"/>
              <a:ext cx="970616" cy="1168057"/>
            </a:xfrm>
            <a:custGeom>
              <a:avLst/>
              <a:gdLst/>
              <a:ahLst/>
              <a:cxnLst/>
              <a:rect l="l" t="t" r="r" b="b"/>
              <a:pathLst>
                <a:path w="5620" h="6759" extrusionOk="0">
                  <a:moveTo>
                    <a:pt x="5619" y="1"/>
                  </a:moveTo>
                  <a:cubicBezTo>
                    <a:pt x="5619" y="2550"/>
                    <a:pt x="3380" y="6689"/>
                    <a:pt x="1" y="6759"/>
                  </a:cubicBezTo>
                  <a:lnTo>
                    <a:pt x="321" y="6759"/>
                  </a:lnTo>
                  <a:cubicBezTo>
                    <a:pt x="1580" y="6749"/>
                    <a:pt x="2840" y="6629"/>
                    <a:pt x="4090" y="6419"/>
                  </a:cubicBezTo>
                  <a:cubicBezTo>
                    <a:pt x="4550" y="6339"/>
                    <a:pt x="4939" y="6019"/>
                    <a:pt x="5099" y="5579"/>
                  </a:cubicBezTo>
                  <a:cubicBezTo>
                    <a:pt x="5339" y="4949"/>
                    <a:pt x="5619" y="3570"/>
                    <a:pt x="5619" y="2280"/>
                  </a:cubicBezTo>
                  <a:lnTo>
                    <a:pt x="5619" y="1"/>
                  </a:lnTo>
                  <a:close/>
                </a:path>
              </a:pathLst>
            </a:custGeom>
            <a:solidFill>
              <a:srgbClr val="222222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54"/>
            <p:cNvSpPr/>
            <p:nvPr/>
          </p:nvSpPr>
          <p:spPr>
            <a:xfrm>
              <a:off x="1627640" y="1517727"/>
              <a:ext cx="502752" cy="318152"/>
            </a:xfrm>
            <a:custGeom>
              <a:avLst/>
              <a:gdLst/>
              <a:ahLst/>
              <a:cxnLst/>
              <a:rect l="l" t="t" r="r" b="b"/>
              <a:pathLst>
                <a:path w="2911" h="1841" extrusionOk="0">
                  <a:moveTo>
                    <a:pt x="1451" y="1"/>
                  </a:moveTo>
                  <a:cubicBezTo>
                    <a:pt x="651" y="1"/>
                    <a:pt x="1" y="650"/>
                    <a:pt x="1" y="1460"/>
                  </a:cubicBezTo>
                  <a:lnTo>
                    <a:pt x="1" y="1840"/>
                  </a:lnTo>
                  <a:lnTo>
                    <a:pt x="2910" y="1840"/>
                  </a:lnTo>
                  <a:lnTo>
                    <a:pt x="2910" y="1460"/>
                  </a:lnTo>
                  <a:cubicBezTo>
                    <a:pt x="2910" y="650"/>
                    <a:pt x="2250" y="1"/>
                    <a:pt x="14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54"/>
            <p:cNvSpPr/>
            <p:nvPr/>
          </p:nvSpPr>
          <p:spPr>
            <a:xfrm>
              <a:off x="1251311" y="1920213"/>
              <a:ext cx="1383214" cy="1691686"/>
            </a:xfrm>
            <a:custGeom>
              <a:avLst/>
              <a:gdLst/>
              <a:ahLst/>
              <a:cxnLst/>
              <a:rect l="l" t="t" r="r" b="b"/>
              <a:pathLst>
                <a:path w="8009" h="9789" extrusionOk="0">
                  <a:moveTo>
                    <a:pt x="10" y="5410"/>
                  </a:moveTo>
                  <a:cubicBezTo>
                    <a:pt x="10" y="8029"/>
                    <a:pt x="2700" y="9789"/>
                    <a:pt x="5099" y="8719"/>
                  </a:cubicBezTo>
                  <a:cubicBezTo>
                    <a:pt x="7499" y="7659"/>
                    <a:pt x="8008" y="4480"/>
                    <a:pt x="6069" y="2720"/>
                  </a:cubicBezTo>
                  <a:cubicBezTo>
                    <a:pt x="5559" y="2270"/>
                    <a:pt x="5279" y="1631"/>
                    <a:pt x="5269" y="961"/>
                  </a:cubicBezTo>
                  <a:lnTo>
                    <a:pt x="5269" y="1"/>
                  </a:lnTo>
                  <a:lnTo>
                    <a:pt x="1990" y="1"/>
                  </a:lnTo>
                  <a:lnTo>
                    <a:pt x="1990" y="961"/>
                  </a:lnTo>
                  <a:cubicBezTo>
                    <a:pt x="1990" y="1631"/>
                    <a:pt x="1700" y="2270"/>
                    <a:pt x="1200" y="2730"/>
                  </a:cubicBezTo>
                  <a:cubicBezTo>
                    <a:pt x="440" y="3410"/>
                    <a:pt x="0" y="4390"/>
                    <a:pt x="10" y="5410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54"/>
            <p:cNvSpPr/>
            <p:nvPr/>
          </p:nvSpPr>
          <p:spPr>
            <a:xfrm>
              <a:off x="1524189" y="2454212"/>
              <a:ext cx="708101" cy="706813"/>
            </a:xfrm>
            <a:custGeom>
              <a:avLst/>
              <a:gdLst/>
              <a:ahLst/>
              <a:cxnLst/>
              <a:rect l="l" t="t" r="r" b="b"/>
              <a:pathLst>
                <a:path w="4100" h="4090" extrusionOk="0">
                  <a:moveTo>
                    <a:pt x="4099" y="2040"/>
                  </a:moveTo>
                  <a:cubicBezTo>
                    <a:pt x="4099" y="3169"/>
                    <a:pt x="3179" y="4089"/>
                    <a:pt x="2050" y="4089"/>
                  </a:cubicBezTo>
                  <a:cubicBezTo>
                    <a:pt x="920" y="4089"/>
                    <a:pt x="0" y="3169"/>
                    <a:pt x="0" y="2040"/>
                  </a:cubicBezTo>
                  <a:cubicBezTo>
                    <a:pt x="0" y="910"/>
                    <a:pt x="920" y="0"/>
                    <a:pt x="2050" y="0"/>
                  </a:cubicBezTo>
                  <a:cubicBezTo>
                    <a:pt x="3179" y="0"/>
                    <a:pt x="4099" y="910"/>
                    <a:pt x="4099" y="204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54"/>
            <p:cNvSpPr/>
            <p:nvPr/>
          </p:nvSpPr>
          <p:spPr>
            <a:xfrm>
              <a:off x="1681180" y="2018718"/>
              <a:ext cx="393946" cy="656697"/>
            </a:xfrm>
            <a:custGeom>
              <a:avLst/>
              <a:gdLst/>
              <a:ahLst/>
              <a:cxnLst/>
              <a:rect l="l" t="t" r="r" b="b"/>
              <a:pathLst>
                <a:path w="2281" h="3800" extrusionOk="0">
                  <a:moveTo>
                    <a:pt x="611" y="1"/>
                  </a:moveTo>
                  <a:lnTo>
                    <a:pt x="1" y="3800"/>
                  </a:lnTo>
                  <a:lnTo>
                    <a:pt x="271" y="3530"/>
                  </a:lnTo>
                  <a:cubicBezTo>
                    <a:pt x="296" y="3505"/>
                    <a:pt x="326" y="3492"/>
                    <a:pt x="356" y="3492"/>
                  </a:cubicBezTo>
                  <a:cubicBezTo>
                    <a:pt x="386" y="3492"/>
                    <a:pt x="416" y="3505"/>
                    <a:pt x="441" y="3530"/>
                  </a:cubicBezTo>
                  <a:cubicBezTo>
                    <a:pt x="491" y="3570"/>
                    <a:pt x="551" y="3600"/>
                    <a:pt x="621" y="3600"/>
                  </a:cubicBezTo>
                  <a:cubicBezTo>
                    <a:pt x="681" y="3600"/>
                    <a:pt x="751" y="3570"/>
                    <a:pt x="791" y="3520"/>
                  </a:cubicBezTo>
                  <a:cubicBezTo>
                    <a:pt x="816" y="3500"/>
                    <a:pt x="848" y="3490"/>
                    <a:pt x="881" y="3490"/>
                  </a:cubicBezTo>
                  <a:cubicBezTo>
                    <a:pt x="913" y="3490"/>
                    <a:pt x="946" y="3500"/>
                    <a:pt x="971" y="3520"/>
                  </a:cubicBezTo>
                  <a:cubicBezTo>
                    <a:pt x="1016" y="3570"/>
                    <a:pt x="1078" y="3595"/>
                    <a:pt x="1142" y="3595"/>
                  </a:cubicBezTo>
                  <a:cubicBezTo>
                    <a:pt x="1206" y="3595"/>
                    <a:pt x="1271" y="3570"/>
                    <a:pt x="1321" y="3520"/>
                  </a:cubicBezTo>
                  <a:cubicBezTo>
                    <a:pt x="1341" y="3500"/>
                    <a:pt x="1371" y="3490"/>
                    <a:pt x="1401" y="3490"/>
                  </a:cubicBezTo>
                  <a:cubicBezTo>
                    <a:pt x="1440" y="3490"/>
                    <a:pt x="1470" y="3500"/>
                    <a:pt x="1490" y="3520"/>
                  </a:cubicBezTo>
                  <a:cubicBezTo>
                    <a:pt x="1540" y="3570"/>
                    <a:pt x="1603" y="3595"/>
                    <a:pt x="1665" y="3595"/>
                  </a:cubicBezTo>
                  <a:cubicBezTo>
                    <a:pt x="1728" y="3595"/>
                    <a:pt x="1790" y="3570"/>
                    <a:pt x="1840" y="3520"/>
                  </a:cubicBezTo>
                  <a:cubicBezTo>
                    <a:pt x="1865" y="3500"/>
                    <a:pt x="1898" y="3490"/>
                    <a:pt x="1930" y="3490"/>
                  </a:cubicBezTo>
                  <a:cubicBezTo>
                    <a:pt x="1963" y="3490"/>
                    <a:pt x="1995" y="3500"/>
                    <a:pt x="2020" y="3520"/>
                  </a:cubicBezTo>
                  <a:lnTo>
                    <a:pt x="2280" y="3800"/>
                  </a:lnTo>
                  <a:lnTo>
                    <a:pt x="1680" y="1"/>
                  </a:lnTo>
                  <a:lnTo>
                    <a:pt x="1550" y="21"/>
                  </a:lnTo>
                  <a:lnTo>
                    <a:pt x="2100" y="3430"/>
                  </a:lnTo>
                  <a:cubicBezTo>
                    <a:pt x="2052" y="3386"/>
                    <a:pt x="1991" y="3364"/>
                    <a:pt x="1930" y="3364"/>
                  </a:cubicBezTo>
                  <a:cubicBezTo>
                    <a:pt x="1866" y="3364"/>
                    <a:pt x="1802" y="3389"/>
                    <a:pt x="1750" y="3440"/>
                  </a:cubicBezTo>
                  <a:cubicBezTo>
                    <a:pt x="1730" y="3460"/>
                    <a:pt x="1700" y="3470"/>
                    <a:pt x="1669" y="3470"/>
                  </a:cubicBezTo>
                  <a:cubicBezTo>
                    <a:pt x="1638" y="3470"/>
                    <a:pt x="1605" y="3460"/>
                    <a:pt x="1580" y="3440"/>
                  </a:cubicBezTo>
                  <a:cubicBezTo>
                    <a:pt x="1540" y="3390"/>
                    <a:pt x="1470" y="3360"/>
                    <a:pt x="1411" y="3360"/>
                  </a:cubicBezTo>
                  <a:cubicBezTo>
                    <a:pt x="1341" y="3360"/>
                    <a:pt x="1281" y="3390"/>
                    <a:pt x="1231" y="3440"/>
                  </a:cubicBezTo>
                  <a:cubicBezTo>
                    <a:pt x="1206" y="3460"/>
                    <a:pt x="1176" y="3470"/>
                    <a:pt x="1146" y="3470"/>
                  </a:cubicBezTo>
                  <a:cubicBezTo>
                    <a:pt x="1116" y="3470"/>
                    <a:pt x="1086" y="3460"/>
                    <a:pt x="1061" y="3440"/>
                  </a:cubicBezTo>
                  <a:cubicBezTo>
                    <a:pt x="1011" y="3390"/>
                    <a:pt x="946" y="3365"/>
                    <a:pt x="881" y="3365"/>
                  </a:cubicBezTo>
                  <a:cubicBezTo>
                    <a:pt x="816" y="3365"/>
                    <a:pt x="751" y="3390"/>
                    <a:pt x="701" y="3440"/>
                  </a:cubicBezTo>
                  <a:cubicBezTo>
                    <a:pt x="681" y="3460"/>
                    <a:pt x="651" y="3480"/>
                    <a:pt x="621" y="3480"/>
                  </a:cubicBezTo>
                  <a:cubicBezTo>
                    <a:pt x="591" y="3480"/>
                    <a:pt x="551" y="3460"/>
                    <a:pt x="531" y="3440"/>
                  </a:cubicBezTo>
                  <a:cubicBezTo>
                    <a:pt x="485" y="3389"/>
                    <a:pt x="420" y="3364"/>
                    <a:pt x="356" y="3364"/>
                  </a:cubicBezTo>
                  <a:cubicBezTo>
                    <a:pt x="295" y="3364"/>
                    <a:pt x="235" y="3386"/>
                    <a:pt x="191" y="3430"/>
                  </a:cubicBezTo>
                  <a:lnTo>
                    <a:pt x="731" y="21"/>
                  </a:lnTo>
                  <a:lnTo>
                    <a:pt x="6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54"/>
            <p:cNvSpPr/>
            <p:nvPr/>
          </p:nvSpPr>
          <p:spPr>
            <a:xfrm>
              <a:off x="1834889" y="2815741"/>
              <a:ext cx="556118" cy="545577"/>
            </a:xfrm>
            <a:custGeom>
              <a:avLst/>
              <a:gdLst/>
              <a:ahLst/>
              <a:cxnLst/>
              <a:rect l="l" t="t" r="r" b="b"/>
              <a:pathLst>
                <a:path w="3220" h="3157" extrusionOk="0">
                  <a:moveTo>
                    <a:pt x="3035" y="0"/>
                  </a:moveTo>
                  <a:cubicBezTo>
                    <a:pt x="2942" y="0"/>
                    <a:pt x="2850" y="63"/>
                    <a:pt x="2850" y="188"/>
                  </a:cubicBezTo>
                  <a:cubicBezTo>
                    <a:pt x="2840" y="1617"/>
                    <a:pt x="1680" y="2777"/>
                    <a:pt x="251" y="2777"/>
                  </a:cubicBezTo>
                  <a:cubicBezTo>
                    <a:pt x="1" y="2777"/>
                    <a:pt x="1" y="3157"/>
                    <a:pt x="251" y="3157"/>
                  </a:cubicBezTo>
                  <a:cubicBezTo>
                    <a:pt x="1890" y="3147"/>
                    <a:pt x="3220" y="1827"/>
                    <a:pt x="3220" y="188"/>
                  </a:cubicBezTo>
                  <a:cubicBezTo>
                    <a:pt x="3220" y="63"/>
                    <a:pt x="3127" y="0"/>
                    <a:pt x="303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54"/>
            <p:cNvSpPr/>
            <p:nvPr/>
          </p:nvSpPr>
          <p:spPr>
            <a:xfrm>
              <a:off x="1536278" y="1953048"/>
              <a:ext cx="685649" cy="67571"/>
            </a:xfrm>
            <a:custGeom>
              <a:avLst/>
              <a:gdLst/>
              <a:ahLst/>
              <a:cxnLst/>
              <a:rect l="l" t="t" r="r" b="b"/>
              <a:pathLst>
                <a:path w="3970" h="391" extrusionOk="0">
                  <a:moveTo>
                    <a:pt x="190" y="1"/>
                  </a:moveTo>
                  <a:cubicBezTo>
                    <a:pt x="80" y="1"/>
                    <a:pt x="0" y="91"/>
                    <a:pt x="0" y="201"/>
                  </a:cubicBezTo>
                  <a:cubicBezTo>
                    <a:pt x="0" y="301"/>
                    <a:pt x="80" y="391"/>
                    <a:pt x="190" y="391"/>
                  </a:cubicBezTo>
                  <a:lnTo>
                    <a:pt x="3769" y="391"/>
                  </a:lnTo>
                  <a:cubicBezTo>
                    <a:pt x="3879" y="391"/>
                    <a:pt x="3969" y="301"/>
                    <a:pt x="3969" y="191"/>
                  </a:cubicBezTo>
                  <a:cubicBezTo>
                    <a:pt x="3969" y="91"/>
                    <a:pt x="3879" y="1"/>
                    <a:pt x="37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54"/>
            <p:cNvSpPr/>
            <p:nvPr/>
          </p:nvSpPr>
          <p:spPr>
            <a:xfrm>
              <a:off x="1536278" y="1885823"/>
              <a:ext cx="685649" cy="67398"/>
            </a:xfrm>
            <a:custGeom>
              <a:avLst/>
              <a:gdLst/>
              <a:ahLst/>
              <a:cxnLst/>
              <a:rect l="l" t="t" r="r" b="b"/>
              <a:pathLst>
                <a:path w="3970" h="390" extrusionOk="0">
                  <a:moveTo>
                    <a:pt x="190" y="0"/>
                  </a:moveTo>
                  <a:cubicBezTo>
                    <a:pt x="80" y="0"/>
                    <a:pt x="0" y="90"/>
                    <a:pt x="0" y="200"/>
                  </a:cubicBezTo>
                  <a:cubicBezTo>
                    <a:pt x="0" y="300"/>
                    <a:pt x="80" y="390"/>
                    <a:pt x="190" y="390"/>
                  </a:cubicBezTo>
                  <a:lnTo>
                    <a:pt x="3769" y="390"/>
                  </a:lnTo>
                  <a:cubicBezTo>
                    <a:pt x="3879" y="390"/>
                    <a:pt x="3969" y="300"/>
                    <a:pt x="3969" y="200"/>
                  </a:cubicBezTo>
                  <a:cubicBezTo>
                    <a:pt x="3969" y="90"/>
                    <a:pt x="3879" y="0"/>
                    <a:pt x="37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54"/>
            <p:cNvSpPr/>
            <p:nvPr/>
          </p:nvSpPr>
          <p:spPr>
            <a:xfrm>
              <a:off x="1536278" y="1818425"/>
              <a:ext cx="685649" cy="67571"/>
            </a:xfrm>
            <a:custGeom>
              <a:avLst/>
              <a:gdLst/>
              <a:ahLst/>
              <a:cxnLst/>
              <a:rect l="l" t="t" r="r" b="b"/>
              <a:pathLst>
                <a:path w="3970" h="391" extrusionOk="0">
                  <a:moveTo>
                    <a:pt x="190" y="0"/>
                  </a:moveTo>
                  <a:cubicBezTo>
                    <a:pt x="80" y="0"/>
                    <a:pt x="0" y="90"/>
                    <a:pt x="0" y="200"/>
                  </a:cubicBezTo>
                  <a:cubicBezTo>
                    <a:pt x="0" y="310"/>
                    <a:pt x="80" y="390"/>
                    <a:pt x="190" y="390"/>
                  </a:cubicBezTo>
                  <a:lnTo>
                    <a:pt x="3769" y="390"/>
                  </a:lnTo>
                  <a:cubicBezTo>
                    <a:pt x="3879" y="390"/>
                    <a:pt x="3969" y="310"/>
                    <a:pt x="3969" y="200"/>
                  </a:cubicBezTo>
                  <a:cubicBezTo>
                    <a:pt x="3969" y="90"/>
                    <a:pt x="3879" y="0"/>
                    <a:pt x="37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54"/>
            <p:cNvSpPr/>
            <p:nvPr/>
          </p:nvSpPr>
          <p:spPr>
            <a:xfrm>
              <a:off x="1536278" y="1752756"/>
              <a:ext cx="685649" cy="65843"/>
            </a:xfrm>
            <a:custGeom>
              <a:avLst/>
              <a:gdLst/>
              <a:ahLst/>
              <a:cxnLst/>
              <a:rect l="l" t="t" r="r" b="b"/>
              <a:pathLst>
                <a:path w="3970" h="381" extrusionOk="0">
                  <a:moveTo>
                    <a:pt x="190" y="0"/>
                  </a:moveTo>
                  <a:cubicBezTo>
                    <a:pt x="80" y="0"/>
                    <a:pt x="0" y="80"/>
                    <a:pt x="0" y="190"/>
                  </a:cubicBezTo>
                  <a:cubicBezTo>
                    <a:pt x="0" y="300"/>
                    <a:pt x="80" y="380"/>
                    <a:pt x="190" y="380"/>
                  </a:cubicBezTo>
                  <a:lnTo>
                    <a:pt x="3769" y="380"/>
                  </a:lnTo>
                  <a:cubicBezTo>
                    <a:pt x="3879" y="380"/>
                    <a:pt x="3969" y="300"/>
                    <a:pt x="3969" y="190"/>
                  </a:cubicBezTo>
                  <a:cubicBezTo>
                    <a:pt x="3969" y="80"/>
                    <a:pt x="3879" y="0"/>
                    <a:pt x="37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54"/>
            <p:cNvSpPr/>
            <p:nvPr/>
          </p:nvSpPr>
          <p:spPr>
            <a:xfrm>
              <a:off x="1240948" y="1329359"/>
              <a:ext cx="1274409" cy="278405"/>
            </a:xfrm>
            <a:custGeom>
              <a:avLst/>
              <a:gdLst/>
              <a:ahLst/>
              <a:cxnLst/>
              <a:rect l="l" t="t" r="r" b="b"/>
              <a:pathLst>
                <a:path w="7379" h="1611" extrusionOk="0">
                  <a:moveTo>
                    <a:pt x="0" y="1"/>
                  </a:moveTo>
                  <a:lnTo>
                    <a:pt x="0" y="1091"/>
                  </a:lnTo>
                  <a:cubicBezTo>
                    <a:pt x="0" y="1380"/>
                    <a:pt x="1650" y="1610"/>
                    <a:pt x="3690" y="1610"/>
                  </a:cubicBezTo>
                  <a:cubicBezTo>
                    <a:pt x="5729" y="1610"/>
                    <a:pt x="7379" y="1380"/>
                    <a:pt x="7379" y="1091"/>
                  </a:cubicBezTo>
                  <a:lnTo>
                    <a:pt x="7379" y="1"/>
                  </a:lnTo>
                  <a:close/>
                </a:path>
              </a:pathLst>
            </a:custGeom>
            <a:solidFill>
              <a:srgbClr val="98C9C2">
                <a:alpha val="7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54"/>
            <p:cNvSpPr/>
            <p:nvPr/>
          </p:nvSpPr>
          <p:spPr>
            <a:xfrm>
              <a:off x="1240948" y="1434776"/>
              <a:ext cx="1274409" cy="172988"/>
            </a:xfrm>
            <a:custGeom>
              <a:avLst/>
              <a:gdLst/>
              <a:ahLst/>
              <a:cxnLst/>
              <a:rect l="l" t="t" r="r" b="b"/>
              <a:pathLst>
                <a:path w="7379" h="1001" extrusionOk="0">
                  <a:moveTo>
                    <a:pt x="0" y="1"/>
                  </a:moveTo>
                  <a:lnTo>
                    <a:pt x="0" y="481"/>
                  </a:lnTo>
                  <a:cubicBezTo>
                    <a:pt x="0" y="770"/>
                    <a:pt x="1650" y="1000"/>
                    <a:pt x="3690" y="1000"/>
                  </a:cubicBezTo>
                  <a:cubicBezTo>
                    <a:pt x="5729" y="1000"/>
                    <a:pt x="7379" y="770"/>
                    <a:pt x="7379" y="481"/>
                  </a:cubicBezTo>
                  <a:lnTo>
                    <a:pt x="7379" y="1"/>
                  </a:lnTo>
                  <a:cubicBezTo>
                    <a:pt x="7379" y="291"/>
                    <a:pt x="5729" y="521"/>
                    <a:pt x="3690" y="521"/>
                  </a:cubicBezTo>
                  <a:cubicBezTo>
                    <a:pt x="1650" y="521"/>
                    <a:pt x="0" y="291"/>
                    <a:pt x="0" y="1"/>
                  </a:cubicBezTo>
                  <a:close/>
                </a:path>
              </a:pathLst>
            </a:custGeom>
            <a:solidFill>
              <a:srgbClr val="98C9C2">
                <a:alpha val="7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54"/>
            <p:cNvSpPr/>
            <p:nvPr/>
          </p:nvSpPr>
          <p:spPr>
            <a:xfrm>
              <a:off x="1240948" y="1239495"/>
              <a:ext cx="1274409" cy="179900"/>
            </a:xfrm>
            <a:custGeom>
              <a:avLst/>
              <a:gdLst/>
              <a:ahLst/>
              <a:cxnLst/>
              <a:rect l="l" t="t" r="r" b="b"/>
              <a:pathLst>
                <a:path w="7379" h="1041" extrusionOk="0">
                  <a:moveTo>
                    <a:pt x="3690" y="1"/>
                  </a:moveTo>
                  <a:cubicBezTo>
                    <a:pt x="1650" y="1"/>
                    <a:pt x="0" y="241"/>
                    <a:pt x="0" y="521"/>
                  </a:cubicBezTo>
                  <a:cubicBezTo>
                    <a:pt x="0" y="811"/>
                    <a:pt x="1650" y="1041"/>
                    <a:pt x="3690" y="1041"/>
                  </a:cubicBezTo>
                  <a:cubicBezTo>
                    <a:pt x="5729" y="1041"/>
                    <a:pt x="7379" y="811"/>
                    <a:pt x="7379" y="521"/>
                  </a:cubicBezTo>
                  <a:cubicBezTo>
                    <a:pt x="7379" y="241"/>
                    <a:pt x="5729" y="1"/>
                    <a:pt x="36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54"/>
            <p:cNvSpPr/>
            <p:nvPr/>
          </p:nvSpPr>
          <p:spPr>
            <a:xfrm>
              <a:off x="1798621" y="1118697"/>
              <a:ext cx="160791" cy="235028"/>
            </a:xfrm>
            <a:custGeom>
              <a:avLst/>
              <a:gdLst/>
              <a:ahLst/>
              <a:cxnLst/>
              <a:rect l="l" t="t" r="r" b="b"/>
              <a:pathLst>
                <a:path w="931" h="1360" extrusionOk="0">
                  <a:moveTo>
                    <a:pt x="461" y="0"/>
                  </a:moveTo>
                  <a:cubicBezTo>
                    <a:pt x="201" y="0"/>
                    <a:pt x="1" y="210"/>
                    <a:pt x="1" y="460"/>
                  </a:cubicBezTo>
                  <a:lnTo>
                    <a:pt x="1" y="1360"/>
                  </a:lnTo>
                  <a:lnTo>
                    <a:pt x="930" y="1360"/>
                  </a:lnTo>
                  <a:lnTo>
                    <a:pt x="930" y="460"/>
                  </a:lnTo>
                  <a:cubicBezTo>
                    <a:pt x="930" y="200"/>
                    <a:pt x="721" y="0"/>
                    <a:pt x="4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50" name="Google Shape;950;p54"/>
            <p:cNvCxnSpPr/>
            <p:nvPr/>
          </p:nvCxnSpPr>
          <p:spPr>
            <a:xfrm rot="-5400000">
              <a:off x="1338575" y="423175"/>
              <a:ext cx="1242900" cy="162000"/>
            </a:xfrm>
            <a:prstGeom prst="curvedConnector3">
              <a:avLst>
                <a:gd name="adj1" fmla="val 50000"/>
              </a:avLst>
            </a:prstGeom>
            <a:noFill/>
            <a:ln w="38100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51" name="Google Shape;951;p54"/>
            <p:cNvSpPr/>
            <p:nvPr/>
          </p:nvSpPr>
          <p:spPr>
            <a:xfrm>
              <a:off x="1101055" y="1705923"/>
              <a:ext cx="358713" cy="883257"/>
            </a:xfrm>
            <a:custGeom>
              <a:avLst/>
              <a:gdLst/>
              <a:ahLst/>
              <a:cxnLst/>
              <a:rect l="l" t="t" r="r" b="b"/>
              <a:pathLst>
                <a:path w="2077" h="5111" extrusionOk="0">
                  <a:moveTo>
                    <a:pt x="1794" y="1"/>
                  </a:moveTo>
                  <a:cubicBezTo>
                    <a:pt x="1753" y="1"/>
                    <a:pt x="1710" y="16"/>
                    <a:pt x="1670" y="51"/>
                  </a:cubicBezTo>
                  <a:cubicBezTo>
                    <a:pt x="1600" y="101"/>
                    <a:pt x="1" y="1471"/>
                    <a:pt x="1" y="4930"/>
                  </a:cubicBezTo>
                  <a:cubicBezTo>
                    <a:pt x="1" y="5030"/>
                    <a:pt x="81" y="5110"/>
                    <a:pt x="181" y="5110"/>
                  </a:cubicBezTo>
                  <a:cubicBezTo>
                    <a:pt x="281" y="5110"/>
                    <a:pt x="371" y="5030"/>
                    <a:pt x="371" y="4930"/>
                  </a:cubicBezTo>
                  <a:cubicBezTo>
                    <a:pt x="371" y="1671"/>
                    <a:pt x="1890" y="361"/>
                    <a:pt x="1910" y="341"/>
                  </a:cubicBezTo>
                  <a:cubicBezTo>
                    <a:pt x="2076" y="215"/>
                    <a:pt x="1948" y="1"/>
                    <a:pt x="179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54"/>
            <p:cNvSpPr/>
            <p:nvPr/>
          </p:nvSpPr>
          <p:spPr>
            <a:xfrm>
              <a:off x="1798708" y="1118697"/>
              <a:ext cx="160791" cy="235028"/>
            </a:xfrm>
            <a:custGeom>
              <a:avLst/>
              <a:gdLst/>
              <a:ahLst/>
              <a:cxnLst/>
              <a:rect l="l" t="t" r="r" b="b"/>
              <a:pathLst>
                <a:path w="931" h="1360" extrusionOk="0">
                  <a:moveTo>
                    <a:pt x="461" y="0"/>
                  </a:moveTo>
                  <a:cubicBezTo>
                    <a:pt x="201" y="0"/>
                    <a:pt x="1" y="210"/>
                    <a:pt x="1" y="460"/>
                  </a:cubicBezTo>
                  <a:lnTo>
                    <a:pt x="1" y="1360"/>
                  </a:lnTo>
                  <a:lnTo>
                    <a:pt x="930" y="1360"/>
                  </a:lnTo>
                  <a:lnTo>
                    <a:pt x="930" y="460"/>
                  </a:lnTo>
                  <a:cubicBezTo>
                    <a:pt x="930" y="200"/>
                    <a:pt x="721" y="0"/>
                    <a:pt x="461" y="0"/>
                  </a:cubicBezTo>
                  <a:close/>
                </a:path>
              </a:pathLst>
            </a:custGeom>
            <a:solidFill>
              <a:srgbClr val="222222">
                <a:alpha val="1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58"/>
          <p:cNvSpPr txBox="1">
            <a:spLocks noGrp="1"/>
          </p:cNvSpPr>
          <p:nvPr>
            <p:ph type="title"/>
          </p:nvPr>
        </p:nvSpPr>
        <p:spPr>
          <a:xfrm>
            <a:off x="647911" y="429406"/>
            <a:ext cx="3675900" cy="6089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If We All Join In</a:t>
            </a:r>
            <a:endParaRPr dirty="0"/>
          </a:p>
        </p:txBody>
      </p:sp>
      <p:sp>
        <p:nvSpPr>
          <p:cNvPr id="1002" name="Google Shape;1002;p58"/>
          <p:cNvSpPr txBox="1">
            <a:spLocks noGrp="1"/>
          </p:cNvSpPr>
          <p:nvPr>
            <p:ph type="subTitle" idx="1"/>
          </p:nvPr>
        </p:nvSpPr>
        <p:spPr>
          <a:xfrm>
            <a:off x="221673" y="1265342"/>
            <a:ext cx="4776196" cy="26125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600" dirty="0"/>
              <a:t>We’ll see:</a:t>
            </a:r>
            <a:br>
              <a:rPr lang="en-IN" sz="1600" dirty="0"/>
            </a:br>
            <a:r>
              <a:rPr lang="en-IN" sz="1600" dirty="0"/>
              <a:t>✅ Cleaner surroundings</a:t>
            </a:r>
            <a:br>
              <a:rPr lang="en-IN" sz="1600" dirty="0"/>
            </a:br>
            <a:r>
              <a:rPr lang="en-IN" sz="1600" dirty="0"/>
              <a:t>✅ Lower costs (less waste = more savings)</a:t>
            </a:r>
            <a:br>
              <a:rPr lang="en-IN" sz="1600" dirty="0"/>
            </a:br>
            <a:r>
              <a:rPr lang="en-IN" sz="1600" dirty="0"/>
              <a:t>✅ Healthier lifestyle</a:t>
            </a:r>
            <a:br>
              <a:rPr lang="en-IN" sz="1600" dirty="0"/>
            </a:br>
            <a:r>
              <a:rPr lang="en-IN" sz="1600" dirty="0"/>
              <a:t>✅ Future-ready eco mindset</a:t>
            </a:r>
          </a:p>
          <a:p>
            <a:r>
              <a:rPr lang="en-IN" sz="1600" dirty="0"/>
              <a:t>💬 </a:t>
            </a:r>
            <a:r>
              <a:rPr lang="en-IN" sz="1600" i="1" dirty="0"/>
              <a:t>Sustainability is not a trend — it’s a team effort.</a:t>
            </a:r>
          </a:p>
          <a:p>
            <a:r>
              <a:rPr lang="en-US" sz="1600" dirty="0"/>
              <a:t>“Responsible consumption” is basically </a:t>
            </a:r>
            <a:r>
              <a:rPr lang="en-US" sz="1600" b="1" dirty="0"/>
              <a:t>being smart, not stingy.</a:t>
            </a:r>
            <a:endParaRPr lang="en-IN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grpSp>
        <p:nvGrpSpPr>
          <p:cNvPr id="1003" name="Google Shape;1003;p58"/>
          <p:cNvGrpSpPr/>
          <p:nvPr/>
        </p:nvGrpSpPr>
        <p:grpSpPr>
          <a:xfrm>
            <a:off x="4820192" y="147783"/>
            <a:ext cx="4102136" cy="4849090"/>
            <a:chOff x="5647075" y="742970"/>
            <a:chExt cx="1891500" cy="3657600"/>
          </a:xfrm>
        </p:grpSpPr>
        <p:sp>
          <p:nvSpPr>
            <p:cNvPr id="1004" name="Google Shape;1004;p58"/>
            <p:cNvSpPr/>
            <p:nvPr/>
          </p:nvSpPr>
          <p:spPr>
            <a:xfrm>
              <a:off x="5647075" y="742970"/>
              <a:ext cx="1891500" cy="3657600"/>
            </a:xfrm>
            <a:prstGeom prst="roundRect">
              <a:avLst>
                <a:gd name="adj" fmla="val 9686"/>
              </a:avLst>
            </a:pr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58"/>
            <p:cNvSpPr/>
            <p:nvPr/>
          </p:nvSpPr>
          <p:spPr>
            <a:xfrm>
              <a:off x="6137550" y="878175"/>
              <a:ext cx="910800" cy="79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AutoShape 2">
            <a:extLst>
              <a:ext uri="{FF2B5EF4-FFF2-40B4-BE49-F238E27FC236}">
                <a16:creationId xmlns:a16="http://schemas.microsoft.com/office/drawing/2014/main" id="{4E233F89-09C1-831C-2581-13A3F8FF1F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C1E10D4A-CABA-44CB-95B0-EA9E5DE31B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 descr="A group of people standing in front of a desk&#10;&#10;AI-generated content may be incorrect.">
            <a:extLst>
              <a:ext uri="{FF2B5EF4-FFF2-40B4-BE49-F238E27FC236}">
                <a16:creationId xmlns:a16="http://schemas.microsoft.com/office/drawing/2014/main" id="{AE7D90D8-CA68-37AD-0ADC-02AF2C9EB1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06" t="3441" r="9889"/>
          <a:stretch>
            <a:fillRect/>
          </a:stretch>
        </p:blipFill>
        <p:spPr>
          <a:xfrm>
            <a:off x="4972592" y="778045"/>
            <a:ext cx="3774863" cy="3932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4" name="Google Shape;864;p5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1618" b="3757"/>
          <a:stretch/>
        </p:blipFill>
        <p:spPr>
          <a:xfrm>
            <a:off x="-25" y="-13725"/>
            <a:ext cx="9143997" cy="5157301"/>
          </a:xfrm>
          <a:prstGeom prst="rect">
            <a:avLst/>
          </a:prstGeom>
        </p:spPr>
      </p:pic>
      <p:sp>
        <p:nvSpPr>
          <p:cNvPr id="865" name="Google Shape;865;p51"/>
          <p:cNvSpPr txBox="1">
            <a:spLocks noGrp="1"/>
          </p:cNvSpPr>
          <p:nvPr>
            <p:ph type="title"/>
          </p:nvPr>
        </p:nvSpPr>
        <p:spPr>
          <a:xfrm>
            <a:off x="462733" y="2041072"/>
            <a:ext cx="8218479" cy="9307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Be the generation that fixes, not finishes, the planet.</a:t>
            </a:r>
            <a:br>
              <a:rPr lang="en-US" dirty="0"/>
            </a:br>
            <a:r>
              <a:rPr lang="en-IN" dirty="0"/>
              <a:t>Thank You!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at are the Sustainable Development Goals (SDGs)? by Slidesgo">
  <a:themeElements>
    <a:clrScheme name="Simple Light">
      <a:dk1>
        <a:srgbClr val="222222"/>
      </a:dk1>
      <a:lt1>
        <a:srgbClr val="E4F1F0"/>
      </a:lt1>
      <a:dk2>
        <a:srgbClr val="98C9C2"/>
      </a:dk2>
      <a:lt2>
        <a:srgbClr val="7C84C6"/>
      </a:lt2>
      <a:accent1>
        <a:srgbClr val="5D6E79"/>
      </a:accent1>
      <a:accent2>
        <a:srgbClr val="73AC57"/>
      </a:accent2>
      <a:accent3>
        <a:srgbClr val="F2D648"/>
      </a:accent3>
      <a:accent4>
        <a:srgbClr val="FAF170"/>
      </a:accent4>
      <a:accent5>
        <a:srgbClr val="FF80AB"/>
      </a:accent5>
      <a:accent6>
        <a:srgbClr val="FFFFFF"/>
      </a:accent6>
      <a:hlink>
        <a:srgbClr val="22222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585</Words>
  <Application>Microsoft Office PowerPoint</Application>
  <PresentationFormat>On-screen Show (16:9)</PresentationFormat>
  <Paragraphs>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Nunito Light</vt:lpstr>
      <vt:lpstr>Aptos Display</vt:lpstr>
      <vt:lpstr>Poppins Medium</vt:lpstr>
      <vt:lpstr>Lato</vt:lpstr>
      <vt:lpstr>Arial</vt:lpstr>
      <vt:lpstr>PT Sans</vt:lpstr>
      <vt:lpstr>Arial Black</vt:lpstr>
      <vt:lpstr>Lato Black</vt:lpstr>
      <vt:lpstr>What are the Sustainable Development Goals (SDGs)? by Slidesgo</vt:lpstr>
      <vt:lpstr>RESPONSIBLE CONSUMPTION AND PRODUCTION (SDG 12)</vt:lpstr>
      <vt:lpstr>What It Means?</vt:lpstr>
      <vt:lpstr>Why We Should Care?</vt:lpstr>
      <vt:lpstr>Goal of SDG 12</vt:lpstr>
      <vt:lpstr>PowerPoint Presentation</vt:lpstr>
      <vt:lpstr>Circular Economy (The Cool Loop)</vt:lpstr>
      <vt:lpstr>PowerPoint Presentation</vt:lpstr>
      <vt:lpstr>PowerPoint Presentation</vt:lpstr>
      <vt:lpstr>If We All Join In</vt:lpstr>
      <vt:lpstr>Be the generation that fixes, not finishes, the planet. 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MIRIKA</dc:creator>
  <cp:lastModifiedBy>mirika jain</cp:lastModifiedBy>
  <cp:revision>4</cp:revision>
  <dcterms:modified xsi:type="dcterms:W3CDTF">2025-11-16T19:13:13Z</dcterms:modified>
</cp:coreProperties>
</file>