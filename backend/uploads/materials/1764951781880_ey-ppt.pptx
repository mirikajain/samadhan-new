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A609-19EF-BA85-5CEF-EF968EED6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7104B3-C736-D2B3-BCE7-18C921FFFC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426B6-DDB0-CCB7-8E21-DB24C3B47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6E41E-5592-4C58-B018-D40D181EE9E3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1C34E-BA62-62DA-4151-093D37A3B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82F06-8EE7-2072-05B7-5ECDE2814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2CA5-1DBA-4845-A4FF-02A24D39D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251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B5B2F-D80A-07DF-734F-00B8EB11D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A3164-D284-8AC7-46D4-EEE0563BC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72B13-196D-B4DA-35F7-D3D07FC4D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6E41E-5592-4C58-B018-D40D181EE9E3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E430E-C6E6-281C-AD71-DB3690DEB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47DB6-4D30-7B98-5EEC-F935D5ED0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2CA5-1DBA-4845-A4FF-02A24D39D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662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F9FFB-0ABF-A41C-171C-8CA51B7E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CE489-985B-2D5E-1D5E-9C6E749CA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29AED-7BF1-F018-B047-42B046A22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6E41E-5592-4C58-B018-D40D181EE9E3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63617-4BDE-4C78-669F-304590BD8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7E0EC-6950-36D1-F8E4-E40FFB8F3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2CA5-1DBA-4845-A4FF-02A24D39D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512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214B7-6A1C-4A5F-6AA1-F245DE68D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1FA63-DED1-AB72-73E6-45B7DEA62D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3076AB-8113-2EBA-DE98-8C72DAB09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30F1B5-25B5-E671-9FDA-A99E20DBC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6E41E-5592-4C58-B018-D40D181EE9E3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73965-4903-FA04-6AD1-3D1A0209F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4FD17-791A-26B7-C0AC-36878BF64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2CA5-1DBA-4845-A4FF-02A24D39D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991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F7E87-4652-8765-44E5-FF1B85559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7F935-0850-F8AF-2107-F731CA365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213078-AF66-E732-98EE-6994E3AB4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26736E-FA2E-0CE7-4294-054C42566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063104-DC87-C257-75BF-DB8B60DCB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C2FA9-E9C7-A01D-27FE-6EAEDD896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6E41E-5592-4C58-B018-D40D181EE9E3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C957DE-CDE1-CF9C-64EC-1D4BD8DE5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E32165-F59B-CCDC-7BFE-7F622ADDF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2CA5-1DBA-4845-A4FF-02A24D39D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597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030A8-536C-19D4-A67F-354AC6C3A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9F0695-DD77-07D3-2501-0F40547B5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6E41E-5592-4C58-B018-D40D181EE9E3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D85D71-7D9E-31BE-82D8-D21B95981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3E216-13E7-7A7B-D7CB-8479A6990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2CA5-1DBA-4845-A4FF-02A24D39D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611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2A8E8F-28A9-3CA4-EE56-F53632B8B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6E41E-5592-4C58-B018-D40D181EE9E3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D7FB84-609E-3D70-5991-64FC1E2F6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81027-BF3A-34FB-08FC-644E4977F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2CA5-1DBA-4845-A4FF-02A24D39D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6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803B7-0516-1055-1861-DE0CF7233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AE13C-B2E7-6DEA-9FEA-4674138A9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3515E-B5FD-92D2-5B5B-DECD7C8CD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961439-7AB0-8DE7-B1C5-FC52AA30A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6E41E-5592-4C58-B018-D40D181EE9E3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62AB53-0FF0-82C9-6404-615D7678F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6757E-7CDB-44D7-FFD1-17327EEE1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2CA5-1DBA-4845-A4FF-02A24D39D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452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E1F8B-1356-9F11-A56F-07E25492D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6FB295-61D0-AAB2-C583-D5FD24B20E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A565D7-7AAF-326A-CD52-6D0679FEC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92E8B-B173-0519-365E-4B28F47FE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6E41E-5592-4C58-B018-D40D181EE9E3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9C685-5370-6154-FCCC-1056F1173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5647C-BE5D-9D51-E40E-98B633BE1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2CA5-1DBA-4845-A4FF-02A24D39D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120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D951A-E834-F6EB-1BCC-557C360FB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FF8F15-A1FB-F9C2-0685-2A2061E9F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25315-C557-0BA4-BFC9-0087B146C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6E41E-5592-4C58-B018-D40D181EE9E3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3D949-6A93-0812-DA13-B4C5046B1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29BE2-125D-E455-0293-7AB0F78EA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2CA5-1DBA-4845-A4FF-02A24D39D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238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E85685-3F4F-399C-1A40-96ACF2553E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A75E75-D645-B925-DFB5-6035F7245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16FE3-6A04-7661-4EC9-02386543C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6E41E-5592-4C58-B018-D40D181EE9E3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98213-E584-E750-9F9F-85C3B5985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76966-93A7-801F-C4B3-B88A12F6E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2CA5-1DBA-4845-A4FF-02A24D39D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89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73FE6B-C3C5-6CF9-4CB0-79F5F0B6B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3F028-3632-EB1A-0777-45E594F89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11711-C4EE-ED9F-6CAE-6885808373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26E41E-5592-4C58-B018-D40D181EE9E3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F05C4-5372-CF42-B9D1-352C38842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86D6E-E869-EDBD-F7F3-615A92BE06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BB2CA5-1DBA-4845-A4FF-02A24D39D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996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896036-F0C4-A563-38B7-34729F6C7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71" y="1306285"/>
            <a:ext cx="11255827" cy="4669972"/>
          </a:xfrm>
        </p:spPr>
        <p:txBody>
          <a:bodyPr>
            <a:noAutofit/>
          </a:bodyPr>
          <a:lstStyle/>
          <a:p>
            <a:r>
              <a:rPr lang="en-US" sz="2400" b="1" dirty="0"/>
              <a:t> Problem Statement</a:t>
            </a:r>
            <a:br>
              <a:rPr lang="en-US" sz="2400" b="1" dirty="0"/>
            </a:br>
            <a:r>
              <a:rPr lang="en-US" sz="2400" b="1" dirty="0"/>
              <a:t>Title:</a:t>
            </a:r>
            <a:r>
              <a:rPr lang="en-US" sz="2400" dirty="0"/>
              <a:t> Provider Data Inaccuracy in Healthcare Payer Systems</a:t>
            </a:r>
            <a:br>
              <a:rPr lang="en-US" sz="2400" dirty="0"/>
            </a:br>
            <a:r>
              <a:rPr lang="en-US" sz="2400" b="1" dirty="0"/>
              <a:t>Key Points:</a:t>
            </a:r>
            <a:br>
              <a:rPr lang="en-US" sz="2400" dirty="0"/>
            </a:br>
            <a:r>
              <a:rPr lang="en-US" sz="2400" dirty="0"/>
              <a:t>40–80% of provider directory entries contain inaccurate data (address, phone, credentials).</a:t>
            </a:r>
            <a:br>
              <a:rPr lang="en-US" sz="2400" dirty="0"/>
            </a:br>
            <a:r>
              <a:rPr lang="en-US" sz="2400" dirty="0"/>
              <a:t>Manual verification is slow and resource-intensive — staff must call providers individually.</a:t>
            </a:r>
            <a:br>
              <a:rPr lang="en-US" sz="2400" dirty="0"/>
            </a:br>
            <a:r>
              <a:rPr lang="en-US" sz="2400" dirty="0"/>
              <a:t>Inaccurate data leads to member frustration, compliance risks, and delayed network onboarding.</a:t>
            </a:r>
            <a:br>
              <a:rPr lang="en-US" sz="2400" dirty="0"/>
            </a:br>
            <a:r>
              <a:rPr lang="en-US" sz="2400" dirty="0"/>
              <a:t>Regulatory mandates (e.g., CMS, state boards) require frequent updates with limited automation tools.</a:t>
            </a:r>
            <a:br>
              <a:rPr lang="en-US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22308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95DB5-9712-4C67-6F9F-15C757B81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943" y="365125"/>
            <a:ext cx="11157857" cy="5404304"/>
          </a:xfrm>
        </p:spPr>
        <p:txBody>
          <a:bodyPr>
            <a:normAutofit/>
          </a:bodyPr>
          <a:lstStyle/>
          <a:p>
            <a:r>
              <a:rPr lang="en-IN" sz="2800" b="1" dirty="0"/>
              <a:t>Solution Overview</a:t>
            </a:r>
            <a:br>
              <a:rPr lang="en-IN" sz="2800" b="1" dirty="0"/>
            </a:br>
            <a:r>
              <a:rPr lang="en-IN" sz="2800" b="1" dirty="0"/>
              <a:t>Title:</a:t>
            </a:r>
            <a:r>
              <a:rPr lang="en-IN" sz="2800" dirty="0"/>
              <a:t> Agentic AI for Automated Provider Data Validation</a:t>
            </a:r>
            <a:br>
              <a:rPr lang="en-IN" sz="2800" dirty="0"/>
            </a:br>
            <a:r>
              <a:rPr lang="en-IN" sz="2800" b="1" dirty="0"/>
              <a:t>Key Points:</a:t>
            </a:r>
            <a:br>
              <a:rPr lang="en-IN" sz="2800" dirty="0"/>
            </a:br>
            <a:r>
              <a:rPr lang="en-IN" sz="2800" dirty="0"/>
              <a:t>AI agents autonomously validate and enrich provider data using public sources.</a:t>
            </a:r>
            <a:br>
              <a:rPr lang="en-IN" sz="2800" dirty="0"/>
            </a:br>
            <a:r>
              <a:rPr lang="en-IN" sz="2800" dirty="0"/>
              <a:t>Cross-reference details via NPI Registry, licensing boards, Google Maps, and hospital directories.</a:t>
            </a:r>
            <a:br>
              <a:rPr lang="en-IN" sz="2800" dirty="0"/>
            </a:br>
            <a:r>
              <a:rPr lang="en-IN" sz="2800" dirty="0"/>
              <a:t>Continuously monitor and flag inconsistencies with confidence scoring.</a:t>
            </a:r>
            <a:br>
              <a:rPr lang="en-IN" sz="2800" dirty="0"/>
            </a:br>
            <a:r>
              <a:rPr lang="en-IN" sz="2800" dirty="0"/>
              <a:t>Unified, automated update pipeline reduces manual intervention.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4455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5AA2A-FF59-9968-FCED-F48CDD3B1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0554"/>
            <a:ext cx="10515600" cy="4794704"/>
          </a:xfrm>
        </p:spPr>
        <p:txBody>
          <a:bodyPr>
            <a:noAutofit/>
          </a:bodyPr>
          <a:lstStyle/>
          <a:p>
            <a:r>
              <a:rPr lang="en-IN" sz="2400" b="1" dirty="0"/>
              <a:t>System Architecture</a:t>
            </a:r>
            <a:br>
              <a:rPr lang="en-IN" sz="2400" b="1" dirty="0"/>
            </a:br>
            <a:r>
              <a:rPr lang="en-IN" sz="2400" b="1" dirty="0"/>
              <a:t>Title:</a:t>
            </a:r>
            <a:r>
              <a:rPr lang="en-IN" sz="2400" dirty="0"/>
              <a:t> Simplified Agentic AI Workflow</a:t>
            </a:r>
            <a:br>
              <a:rPr lang="en-IN" sz="2400" dirty="0"/>
            </a:br>
            <a:r>
              <a:rPr lang="en-IN" sz="2400" b="1" dirty="0"/>
              <a:t>Agents and Roles:</a:t>
            </a:r>
            <a:br>
              <a:rPr lang="en-IN" sz="2400" dirty="0"/>
            </a:br>
            <a:r>
              <a:rPr lang="en-IN" sz="2400" b="1" dirty="0"/>
              <a:t>Data Validation Agent:</a:t>
            </a:r>
            <a:r>
              <a:rPr lang="en-IN" sz="2400" dirty="0"/>
              <a:t> Scrapes and verifies contact info via APIs and web sources.</a:t>
            </a:r>
            <a:br>
              <a:rPr lang="en-IN" sz="2400" dirty="0"/>
            </a:br>
            <a:r>
              <a:rPr lang="en-IN" sz="2400" b="1" dirty="0"/>
              <a:t>Information Enrichment Agent:</a:t>
            </a:r>
            <a:r>
              <a:rPr lang="en-IN" sz="2400" dirty="0"/>
              <a:t> Adds missing details like certifications and specialties.</a:t>
            </a:r>
            <a:br>
              <a:rPr lang="en-IN" sz="2400" dirty="0"/>
            </a:br>
            <a:r>
              <a:rPr lang="en-IN" sz="2400" b="1" dirty="0"/>
              <a:t>Quality Assurance Agent:</a:t>
            </a:r>
            <a:r>
              <a:rPr lang="en-IN" sz="2400" dirty="0"/>
              <a:t> Detects anomalies and generates confidence scores.</a:t>
            </a:r>
            <a:br>
              <a:rPr lang="en-IN" sz="2400" dirty="0"/>
            </a:br>
            <a:r>
              <a:rPr lang="en-IN" sz="2400" b="1" dirty="0"/>
              <a:t>Directory Management Agent:</a:t>
            </a:r>
            <a:r>
              <a:rPr lang="en-IN" sz="2400" dirty="0"/>
              <a:t> Updates provider listings and creates summary reports.</a:t>
            </a:r>
            <a:br>
              <a:rPr lang="en-IN" sz="2400" dirty="0"/>
            </a:br>
            <a:r>
              <a:rPr lang="en-IN" sz="2400" b="1" dirty="0"/>
              <a:t>Tech Stack (example):</a:t>
            </a:r>
            <a:br>
              <a:rPr lang="en-IN" sz="2400" dirty="0"/>
            </a:br>
            <a:r>
              <a:rPr lang="en-IN" sz="2400" dirty="0"/>
              <a:t>Next.js + </a:t>
            </a:r>
            <a:r>
              <a:rPr lang="en-IN" sz="2400" dirty="0" err="1"/>
              <a:t>FastAPI</a:t>
            </a:r>
            <a:r>
              <a:rPr lang="en-IN" sz="2400" dirty="0"/>
              <a:t> (frontend/backend)</a:t>
            </a:r>
            <a:br>
              <a:rPr lang="en-IN" sz="2400" dirty="0"/>
            </a:br>
            <a:r>
              <a:rPr lang="en-IN" sz="2400" dirty="0"/>
              <a:t>Python (Scrapy, Requests, Pandas)</a:t>
            </a:r>
            <a:br>
              <a:rPr lang="en-IN" sz="2400" dirty="0"/>
            </a:br>
            <a:r>
              <a:rPr lang="en-IN" sz="2400" dirty="0"/>
              <a:t>LLMs for text extraction &amp; data validation</a:t>
            </a:r>
            <a:br>
              <a:rPr lang="en-IN" sz="2400" dirty="0"/>
            </a:br>
            <a:r>
              <a:rPr lang="en-IN" sz="2400" dirty="0"/>
              <a:t>PostgreSQL for provider data storage</a:t>
            </a:r>
            <a:br>
              <a:rPr lang="en-IN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44532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3B00F-22B0-D093-D8AA-DE05DFBD2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996496"/>
            <a:ext cx="10145486" cy="4598761"/>
          </a:xfrm>
        </p:spPr>
        <p:txBody>
          <a:bodyPr>
            <a:normAutofit/>
          </a:bodyPr>
          <a:lstStyle/>
          <a:p>
            <a:r>
              <a:rPr lang="en-IN" sz="3100" b="1" dirty="0"/>
              <a:t>Impact &amp; Metrics</a:t>
            </a:r>
            <a:br>
              <a:rPr lang="en-IN" sz="3100" b="1" dirty="0"/>
            </a:br>
            <a:r>
              <a:rPr lang="en-IN" sz="3100" b="1" dirty="0"/>
              <a:t>Title:</a:t>
            </a:r>
            <a:r>
              <a:rPr lang="en-IN" sz="3100" dirty="0"/>
              <a:t> Measurable Outcomes and Efficiency Gains</a:t>
            </a:r>
            <a:br>
              <a:rPr lang="en-IN" sz="3100" dirty="0"/>
            </a:br>
            <a:r>
              <a:rPr lang="en-IN" sz="3100" b="1" dirty="0"/>
              <a:t>KPIs:</a:t>
            </a:r>
            <a:br>
              <a:rPr lang="en-IN" sz="3100" dirty="0"/>
            </a:br>
            <a:r>
              <a:rPr lang="en-IN" sz="3100" dirty="0"/>
              <a:t>⏱ </a:t>
            </a:r>
            <a:r>
              <a:rPr lang="en-IN" sz="3100" b="1" dirty="0"/>
              <a:t>80% reduction</a:t>
            </a:r>
            <a:r>
              <a:rPr lang="en-IN" sz="3100" dirty="0"/>
              <a:t> in manual validation time</a:t>
            </a:r>
            <a:br>
              <a:rPr lang="en-IN" sz="3100" dirty="0"/>
            </a:br>
            <a:r>
              <a:rPr lang="en-IN" sz="3100" dirty="0"/>
              <a:t>✅ </a:t>
            </a:r>
            <a:r>
              <a:rPr lang="en-IN" sz="3100" b="1" dirty="0"/>
              <a:t>95%+ contact accuracy</a:t>
            </a:r>
            <a:r>
              <a:rPr lang="en-IN" sz="3100" dirty="0"/>
              <a:t> through automated checks</a:t>
            </a:r>
            <a:br>
              <a:rPr lang="en-IN" sz="3100" dirty="0"/>
            </a:br>
            <a:r>
              <a:rPr lang="en-IN" sz="3100" dirty="0"/>
              <a:t>💰 </a:t>
            </a:r>
            <a:r>
              <a:rPr lang="en-IN" sz="3100" b="1" dirty="0"/>
              <a:t>40% lower maintenance costs</a:t>
            </a:r>
            <a:r>
              <a:rPr lang="en-IN" sz="3100" dirty="0"/>
              <a:t> for directory updates</a:t>
            </a:r>
            <a:br>
              <a:rPr lang="en-IN" sz="3100" dirty="0"/>
            </a:br>
            <a:r>
              <a:rPr lang="en-IN" sz="3100" dirty="0"/>
              <a:t>⚙️ </a:t>
            </a:r>
            <a:r>
              <a:rPr lang="en-IN" sz="3100" b="1" dirty="0"/>
              <a:t>&lt;30 min</a:t>
            </a:r>
            <a:r>
              <a:rPr lang="en-IN" sz="3100" dirty="0"/>
              <a:t> validation cycle for 200 provider profiles</a:t>
            </a:r>
            <a:br>
              <a:rPr lang="en-IN" sz="3100" dirty="0"/>
            </a:br>
            <a:r>
              <a:rPr lang="en-IN" sz="3100" dirty="0"/>
              <a:t>📊 Unified data view across web, app, and print directories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8809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D80E0-85E2-F19A-845E-52322FB22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585" y="1355725"/>
            <a:ext cx="10874829" cy="3869418"/>
          </a:xfrm>
        </p:spPr>
        <p:txBody>
          <a:bodyPr>
            <a:normAutofit fontScale="90000"/>
          </a:bodyPr>
          <a:lstStyle/>
          <a:p>
            <a:r>
              <a:rPr lang="en-IN" sz="3100" dirty="0"/>
              <a:t>MVP Demonstration Scenario</a:t>
            </a:r>
            <a:br>
              <a:rPr lang="en-IN" sz="3100" dirty="0"/>
            </a:br>
            <a:r>
              <a:rPr lang="en-IN" sz="3100" b="1" dirty="0"/>
              <a:t>Input:</a:t>
            </a:r>
            <a:br>
              <a:rPr lang="en-IN" sz="3100" dirty="0"/>
            </a:br>
            <a:r>
              <a:rPr lang="en-IN" sz="3100" dirty="0"/>
              <a:t>Synthetic provider dataset with demographics, specialties, contact info, and scanned PDF credentials.</a:t>
            </a:r>
            <a:br>
              <a:rPr lang="en-IN" sz="3100" dirty="0"/>
            </a:br>
            <a:r>
              <a:rPr lang="en-IN" sz="3100" b="1" dirty="0"/>
              <a:t>Process:</a:t>
            </a:r>
            <a:br>
              <a:rPr lang="en-IN" sz="3100" dirty="0"/>
            </a:br>
            <a:r>
              <a:rPr lang="en-IN" sz="3100" dirty="0"/>
              <a:t>Automated scraping, API lookups, and confidence scoring by AI agents.</a:t>
            </a:r>
            <a:br>
              <a:rPr lang="en-IN" sz="3100" dirty="0"/>
            </a:br>
            <a:r>
              <a:rPr lang="en-IN" sz="3100" b="1" dirty="0"/>
              <a:t>Output:</a:t>
            </a:r>
            <a:br>
              <a:rPr lang="en-IN" sz="3100" dirty="0"/>
            </a:br>
            <a:r>
              <a:rPr lang="en-IN" sz="3100" dirty="0"/>
              <a:t>Dashboard showing updated provider profiles, validation results, and flagged entries.</a:t>
            </a:r>
            <a:br>
              <a:rPr lang="en-IN" sz="3100" dirty="0"/>
            </a:br>
            <a:r>
              <a:rPr lang="en-IN" sz="3100" dirty="0"/>
              <a:t>Downloadable summary report for manual review.</a:t>
            </a:r>
            <a:br>
              <a:rPr lang="en-IN" sz="3100" dirty="0"/>
            </a:br>
            <a:r>
              <a:rPr lang="en-IN" sz="3100" b="1" dirty="0"/>
              <a:t>Future Scope:</a:t>
            </a:r>
            <a:br>
              <a:rPr lang="en-IN" sz="3100" dirty="0"/>
            </a:br>
            <a:r>
              <a:rPr lang="en-IN" sz="3100" dirty="0"/>
              <a:t>Integrate real provider APIs (CMS, Google Places)</a:t>
            </a:r>
            <a:br>
              <a:rPr lang="en-IN" sz="3100" dirty="0"/>
            </a:br>
            <a:r>
              <a:rPr lang="en-IN" sz="3100" dirty="0"/>
              <a:t>Add credential verification and anomaly detection modules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6283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 Problem Statement Title: Provider Data Inaccuracy in Healthcare Payer Systems Key Points: 40–80% of provider directory entries contain inaccurate data (address, phone, credentials). Manual verification is slow and resource-intensive — staff must call providers individually. Inaccurate data leads to member frustration, compliance risks, and delayed network onboarding. Regulatory mandates (e.g., CMS, state boards) require frequent updates with limited automation tools. </vt:lpstr>
      <vt:lpstr>Solution Overview Title: Agentic AI for Automated Provider Data Validation Key Points: AI agents autonomously validate and enrich provider data using public sources. Cross-reference details via NPI Registry, licensing boards, Google Maps, and hospital directories. Continuously monitor and flag inconsistencies with confidence scoring. Unified, automated update pipeline reduces manual intervention. </vt:lpstr>
      <vt:lpstr>System Architecture Title: Simplified Agentic AI Workflow Agents and Roles: Data Validation Agent: Scrapes and verifies contact info via APIs and web sources. Information Enrichment Agent: Adds missing details like certifications and specialties. Quality Assurance Agent: Detects anomalies and generates confidence scores. Directory Management Agent: Updates provider listings and creates summary reports. Tech Stack (example): Next.js + FastAPI (frontend/backend) Python (Scrapy, Requests, Pandas) LLMs for text extraction &amp; data validation PostgreSQL for provider data storage </vt:lpstr>
      <vt:lpstr>Impact &amp; Metrics Title: Measurable Outcomes and Efficiency Gains KPIs: ⏱ 80% reduction in manual validation time ✅ 95%+ contact accuracy through automated checks 💰 40% lower maintenance costs for directory updates ⚙️ &lt;30 min validation cycle for 200 provider profiles 📊 Unified data view across web, app, and print directories </vt:lpstr>
      <vt:lpstr>MVP Demonstration Scenario Input: Synthetic provider dataset with demographics, specialties, contact info, and scanned PDF credentials. Process: Automated scraping, API lookups, and confidence scoring by AI agents. Output: Dashboard showing updated provider profiles, validation results, and flagged entries. Downloadable summary report for manual review. Future Scope: Integrate real provider APIs (CMS, Google Places) Add credential verification and anomaly detection modules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mirika jain</dc:creator>
  <cp:lastModifiedBy>mirika jain</cp:lastModifiedBy>
  <cp:revision>1</cp:revision>
  <dcterms:created xsi:type="dcterms:W3CDTF">2025-10-23T15:44:55Z</dcterms:created>
  <dcterms:modified xsi:type="dcterms:W3CDTF">2025-10-23T15:45:06Z</dcterms:modified>
</cp:coreProperties>
</file>